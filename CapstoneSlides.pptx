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8.xml" ContentType="application/vnd.openxmlformats-officedocument.presentationml.notesSlide+xml"/>
  <Override PartName="/ppt/ink/ink5.xml" ContentType="application/inkml+xml"/>
  <Override PartName="/ppt/ink/ink6.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4"/>
  </p:notesMasterIdLst>
  <p:sldIdLst>
    <p:sldId id="256" r:id="rId2"/>
    <p:sldId id="335" r:id="rId3"/>
    <p:sldId id="336" r:id="rId4"/>
    <p:sldId id="298" r:id="rId5"/>
    <p:sldId id="299" r:id="rId6"/>
    <p:sldId id="337" r:id="rId7"/>
    <p:sldId id="321" r:id="rId8"/>
    <p:sldId id="322" r:id="rId9"/>
    <p:sldId id="303" r:id="rId10"/>
    <p:sldId id="304" r:id="rId11"/>
    <p:sldId id="306" r:id="rId12"/>
    <p:sldId id="308" r:id="rId13"/>
    <p:sldId id="309" r:id="rId14"/>
    <p:sldId id="310" r:id="rId15"/>
    <p:sldId id="311" r:id="rId16"/>
    <p:sldId id="313" r:id="rId17"/>
    <p:sldId id="314" r:id="rId18"/>
    <p:sldId id="315" r:id="rId19"/>
    <p:sldId id="316" r:id="rId20"/>
    <p:sldId id="317" r:id="rId21"/>
    <p:sldId id="323" r:id="rId22"/>
    <p:sldId id="324" r:id="rId23"/>
    <p:sldId id="325" r:id="rId24"/>
    <p:sldId id="326" r:id="rId25"/>
    <p:sldId id="328" r:id="rId26"/>
    <p:sldId id="329" r:id="rId27"/>
    <p:sldId id="331" r:id="rId28"/>
    <p:sldId id="332" r:id="rId29"/>
    <p:sldId id="333" r:id="rId30"/>
    <p:sldId id="327" r:id="rId31"/>
    <p:sldId id="275" r:id="rId32"/>
    <p:sldId id="319" r:id="rId33"/>
  </p:sldIdLst>
  <p:sldSz cx="9144000" cy="5143500" type="screen16x9"/>
  <p:notesSz cx="6858000" cy="9144000"/>
  <p:embeddedFontLst>
    <p:embeddedFont>
      <p:font typeface="Arimo" panose="020B0604020202020204" charset="0"/>
      <p:regular r:id="rId35"/>
      <p:bold r:id="rId36"/>
      <p:italic r:id="rId37"/>
      <p:boldItalic r:id="rId38"/>
    </p:embeddedFont>
    <p:embeddedFont>
      <p:font typeface="Bebas Neue" panose="020B0604020202020204" charset="0"/>
      <p:regular r:id="rId39"/>
    </p:embeddedFont>
    <p:embeddedFont>
      <p:font typeface="Cambria Math" panose="02040503050406030204" pitchFamily="18" charset="0"/>
      <p:regular r:id="rId40"/>
    </p:embeddedFont>
    <p:embeddedFont>
      <p:font typeface="Corbel" panose="020B0503020204020204" pitchFamily="34" charset="0"/>
      <p:regular r:id="rId41"/>
      <p:bold r:id="rId42"/>
      <p:italic r:id="rId43"/>
      <p:boldItalic r:id="rId44"/>
    </p:embeddedFont>
    <p:embeddedFont>
      <p:font typeface="Nova Square"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AA7042D3-B94E-45AF-824C-DEA68197C53E}">
          <p14:sldIdLst>
            <p14:sldId id="256"/>
            <p14:sldId id="335"/>
            <p14:sldId id="336"/>
            <p14:sldId id="298"/>
            <p14:sldId id="299"/>
            <p14:sldId id="337"/>
            <p14:sldId id="321"/>
            <p14:sldId id="322"/>
            <p14:sldId id="303"/>
            <p14:sldId id="304"/>
            <p14:sldId id="306"/>
            <p14:sldId id="308"/>
            <p14:sldId id="309"/>
            <p14:sldId id="310"/>
            <p14:sldId id="311"/>
            <p14:sldId id="313"/>
            <p14:sldId id="314"/>
            <p14:sldId id="315"/>
            <p14:sldId id="316"/>
            <p14:sldId id="317"/>
            <p14:sldId id="323"/>
            <p14:sldId id="324"/>
            <p14:sldId id="325"/>
            <p14:sldId id="326"/>
            <p14:sldId id="328"/>
            <p14:sldId id="329"/>
            <p14:sldId id="331"/>
            <p14:sldId id="332"/>
            <p14:sldId id="333"/>
            <p14:sldId id="327"/>
            <p14:sldId id="275"/>
            <p14:sldId id="31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A5939-B3E3-4DA4-AC81-19947854C471}" v="5" vWet="7" dt="2025-12-10T20:57:56.531"/>
    <p1510:client id="{AAFBE658-5016-4ECC-891F-493B4C08F0F4}" v="5" dt="2025-12-10T21:27:42.836"/>
  </p1510:revLst>
</p1510:revInfo>
</file>

<file path=ppt/tableStyles.xml><?xml version="1.0" encoding="utf-8"?>
<a:tblStyleLst xmlns:a="http://schemas.openxmlformats.org/drawingml/2006/main" def="{0EB25D13-5827-4556-B2B5-98B566EEDF40}">
  <a:tblStyle styleId="{0EB25D13-5827-4556-B2B5-98B566EEDF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rapu, Saketh" userId="185a409a-770e-4c9a-9bce-c2f9cba91bff" providerId="ADAL" clId="{A0221A2D-3444-4961-836C-7C95EC350FB7}"/>
    <pc:docChg chg="undo custSel addSld delSld modSld sldOrd addSection modSection">
      <pc:chgData name="Marrapu, Saketh" userId="185a409a-770e-4c9a-9bce-c2f9cba91bff" providerId="ADAL" clId="{A0221A2D-3444-4961-836C-7C95EC350FB7}" dt="2025-12-09T16:12:35.452" v="4657" actId="9405"/>
      <pc:docMkLst>
        <pc:docMk/>
      </pc:docMkLst>
      <pc:sldChg chg="addSp delSp modSp mod">
        <pc:chgData name="Marrapu, Saketh" userId="185a409a-770e-4c9a-9bce-c2f9cba91bff" providerId="ADAL" clId="{A0221A2D-3444-4961-836C-7C95EC350FB7}" dt="2025-12-09T16:11:32.731" v="4648" actId="255"/>
        <pc:sldMkLst>
          <pc:docMk/>
          <pc:sldMk cId="995070123" sldId="299"/>
        </pc:sldMkLst>
        <pc:spChg chg="add mod">
          <ac:chgData name="Marrapu, Saketh" userId="185a409a-770e-4c9a-9bce-c2f9cba91bff" providerId="ADAL" clId="{A0221A2D-3444-4961-836C-7C95EC350FB7}" dt="2025-12-09T16:11:32.731" v="4648" actId="255"/>
          <ac:spMkLst>
            <pc:docMk/>
            <pc:sldMk cId="995070123" sldId="299"/>
            <ac:spMk id="2" creationId="{B5E63EA5-1FC2-F06B-E04E-9EB97BC6530E}"/>
          </ac:spMkLst>
        </pc:spChg>
        <pc:picChg chg="add mod">
          <ac:chgData name="Marrapu, Saketh" userId="185a409a-770e-4c9a-9bce-c2f9cba91bff" providerId="ADAL" clId="{A0221A2D-3444-4961-836C-7C95EC350FB7}" dt="2025-12-03T21:52:24.118" v="22" actId="1076"/>
          <ac:picMkLst>
            <pc:docMk/>
            <pc:sldMk cId="995070123" sldId="299"/>
            <ac:picMk id="6" creationId="{20F6E125-08F3-A04A-5FB5-A0F3D91402A4}"/>
          </ac:picMkLst>
        </pc:picChg>
        <pc:picChg chg="add mod">
          <ac:chgData name="Marrapu, Saketh" userId="185a409a-770e-4c9a-9bce-c2f9cba91bff" providerId="ADAL" clId="{A0221A2D-3444-4961-836C-7C95EC350FB7}" dt="2025-12-03T23:27:14.106" v="94" actId="962"/>
          <ac:picMkLst>
            <pc:docMk/>
            <pc:sldMk cId="995070123" sldId="299"/>
            <ac:picMk id="7" creationId="{715D7F86-DE1E-AE86-E68A-D5D2594610EE}"/>
          </ac:picMkLst>
        </pc:picChg>
        <pc:picChg chg="add mod">
          <ac:chgData name="Marrapu, Saketh" userId="185a409a-770e-4c9a-9bce-c2f9cba91bff" providerId="ADAL" clId="{A0221A2D-3444-4961-836C-7C95EC350FB7}" dt="2025-12-03T21:52:24.118" v="22" actId="1076"/>
          <ac:picMkLst>
            <pc:docMk/>
            <pc:sldMk cId="995070123" sldId="299"/>
            <ac:picMk id="8" creationId="{BA92F7B1-6B4C-75F9-3114-E2479801A5FE}"/>
          </ac:picMkLst>
        </pc:picChg>
      </pc:sldChg>
      <pc:sldChg chg="addSp delSp modSp add mod">
        <pc:chgData name="Marrapu, Saketh" userId="185a409a-770e-4c9a-9bce-c2f9cba91bff" providerId="ADAL" clId="{A0221A2D-3444-4961-836C-7C95EC350FB7}" dt="2025-12-09T16:12:00.984" v="4652" actId="9405"/>
        <pc:sldMkLst>
          <pc:docMk/>
          <pc:sldMk cId="202362511" sldId="321"/>
        </pc:sldMkLst>
        <pc:spChg chg="mod">
          <ac:chgData name="Marrapu, Saketh" userId="185a409a-770e-4c9a-9bce-c2f9cba91bff" providerId="ADAL" clId="{A0221A2D-3444-4961-836C-7C95EC350FB7}" dt="2025-12-04T07:57:13.100" v="164" actId="20577"/>
          <ac:spMkLst>
            <pc:docMk/>
            <pc:sldMk cId="202362511" sldId="321"/>
            <ac:spMk id="4" creationId="{18F1B20F-DFBE-58E4-CA01-CC1A0D83E238}"/>
          </ac:spMkLst>
        </pc:spChg>
        <pc:spChg chg="add del mod">
          <ac:chgData name="Marrapu, Saketh" userId="185a409a-770e-4c9a-9bce-c2f9cba91bff" providerId="ADAL" clId="{A0221A2D-3444-4961-836C-7C95EC350FB7}" dt="2025-12-04T07:59:32.415" v="183" actId="1076"/>
          <ac:spMkLst>
            <pc:docMk/>
            <pc:sldMk cId="202362511" sldId="321"/>
            <ac:spMk id="10" creationId="{C9A8E4DA-4A29-768C-9483-DA02E2CB99B0}"/>
          </ac:spMkLst>
        </pc:spChg>
        <pc:spChg chg="add del mod">
          <ac:chgData name="Marrapu, Saketh" userId="185a409a-770e-4c9a-9bce-c2f9cba91bff" providerId="ADAL" clId="{A0221A2D-3444-4961-836C-7C95EC350FB7}" dt="2025-12-04T07:59:32.415" v="183" actId="1076"/>
          <ac:spMkLst>
            <pc:docMk/>
            <pc:sldMk cId="202362511" sldId="321"/>
            <ac:spMk id="11" creationId="{9241C3BE-1C1C-228E-EBE6-96FABC81A978}"/>
          </ac:spMkLst>
        </pc:spChg>
        <pc:picChg chg="add mod">
          <ac:chgData name="Marrapu, Saketh" userId="185a409a-770e-4c9a-9bce-c2f9cba91bff" providerId="ADAL" clId="{A0221A2D-3444-4961-836C-7C95EC350FB7}" dt="2025-12-04T07:59:32.415" v="183" actId="1076"/>
          <ac:picMkLst>
            <pc:docMk/>
            <pc:sldMk cId="202362511" sldId="321"/>
            <ac:picMk id="7" creationId="{4AA61684-9A97-9F48-B278-5E65CBA15450}"/>
          </ac:picMkLst>
        </pc:picChg>
        <pc:picChg chg="add del mod">
          <ac:chgData name="Marrapu, Saketh" userId="185a409a-770e-4c9a-9bce-c2f9cba91bff" providerId="ADAL" clId="{A0221A2D-3444-4961-836C-7C95EC350FB7}" dt="2025-12-04T08:22:04.369" v="222" actId="478"/>
          <ac:picMkLst>
            <pc:docMk/>
            <pc:sldMk cId="202362511" sldId="321"/>
            <ac:picMk id="12" creationId="{F7E6AC8A-54C3-C641-7664-9366D205F7AA}"/>
          </ac:picMkLst>
        </pc:picChg>
        <pc:picChg chg="add mod">
          <ac:chgData name="Marrapu, Saketh" userId="185a409a-770e-4c9a-9bce-c2f9cba91bff" providerId="ADAL" clId="{A0221A2D-3444-4961-836C-7C95EC350FB7}" dt="2025-12-04T08:01:49.920" v="205" actId="1076"/>
          <ac:picMkLst>
            <pc:docMk/>
            <pc:sldMk cId="202362511" sldId="321"/>
            <ac:picMk id="14" creationId="{911AF1BB-20F8-7FA7-E60F-941E09A436DC}"/>
          </ac:picMkLst>
        </pc:picChg>
        <pc:picChg chg="add del mod">
          <ac:chgData name="Marrapu, Saketh" userId="185a409a-770e-4c9a-9bce-c2f9cba91bff" providerId="ADAL" clId="{A0221A2D-3444-4961-836C-7C95EC350FB7}" dt="2025-12-04T08:22:04.589" v="223" actId="478"/>
          <ac:picMkLst>
            <pc:docMk/>
            <pc:sldMk cId="202362511" sldId="321"/>
            <ac:picMk id="16" creationId="{9874BA82-D2D1-40A9-BB49-6A9BF538DC59}"/>
          </ac:picMkLst>
        </pc:picChg>
        <pc:picChg chg="add mod">
          <ac:chgData name="Marrapu, Saketh" userId="185a409a-770e-4c9a-9bce-c2f9cba91bff" providerId="ADAL" clId="{A0221A2D-3444-4961-836C-7C95EC350FB7}" dt="2025-12-04T08:01:30.431" v="201" actId="1076"/>
          <ac:picMkLst>
            <pc:docMk/>
            <pc:sldMk cId="202362511" sldId="321"/>
            <ac:picMk id="18" creationId="{57CD68B0-0B60-A0AB-22CE-EEAA5A641FFC}"/>
          </ac:picMkLst>
        </pc:picChg>
        <pc:picChg chg="add mod">
          <ac:chgData name="Marrapu, Saketh" userId="185a409a-770e-4c9a-9bce-c2f9cba91bff" providerId="ADAL" clId="{A0221A2D-3444-4961-836C-7C95EC350FB7}" dt="2025-12-04T08:01:45.097" v="204" actId="14100"/>
          <ac:picMkLst>
            <pc:docMk/>
            <pc:sldMk cId="202362511" sldId="321"/>
            <ac:picMk id="20" creationId="{D1522C63-F3ED-F090-1913-A9D539069E27}"/>
          </ac:picMkLst>
        </pc:picChg>
        <pc:inkChg chg="add">
          <ac:chgData name="Marrapu, Saketh" userId="185a409a-770e-4c9a-9bce-c2f9cba91bff" providerId="ADAL" clId="{A0221A2D-3444-4961-836C-7C95EC350FB7}" dt="2025-12-09T16:11:52.435" v="4649" actId="9405"/>
          <ac:inkMkLst>
            <pc:docMk/>
            <pc:sldMk cId="202362511" sldId="321"/>
            <ac:inkMk id="2" creationId="{3D4C18EE-36A1-ABDF-AC71-7D76E5E0794C}"/>
          </ac:inkMkLst>
        </pc:inkChg>
        <pc:inkChg chg="add">
          <ac:chgData name="Marrapu, Saketh" userId="185a409a-770e-4c9a-9bce-c2f9cba91bff" providerId="ADAL" clId="{A0221A2D-3444-4961-836C-7C95EC350FB7}" dt="2025-12-09T16:11:54.294" v="4650" actId="9405"/>
          <ac:inkMkLst>
            <pc:docMk/>
            <pc:sldMk cId="202362511" sldId="321"/>
            <ac:inkMk id="3" creationId="{534B4B94-B8A4-F293-6D6A-B12C0D6068F8}"/>
          </ac:inkMkLst>
        </pc:inkChg>
        <pc:inkChg chg="add">
          <ac:chgData name="Marrapu, Saketh" userId="185a409a-770e-4c9a-9bce-c2f9cba91bff" providerId="ADAL" clId="{A0221A2D-3444-4961-836C-7C95EC350FB7}" dt="2025-12-09T16:11:58.211" v="4651" actId="9405"/>
          <ac:inkMkLst>
            <pc:docMk/>
            <pc:sldMk cId="202362511" sldId="321"/>
            <ac:inkMk id="5" creationId="{E83D7A88-C6BC-9752-492B-6D27577AA7A0}"/>
          </ac:inkMkLst>
        </pc:inkChg>
        <pc:inkChg chg="add">
          <ac:chgData name="Marrapu, Saketh" userId="185a409a-770e-4c9a-9bce-c2f9cba91bff" providerId="ADAL" clId="{A0221A2D-3444-4961-836C-7C95EC350FB7}" dt="2025-12-09T16:12:00.984" v="4652" actId="9405"/>
          <ac:inkMkLst>
            <pc:docMk/>
            <pc:sldMk cId="202362511" sldId="321"/>
            <ac:inkMk id="6" creationId="{3DEE2685-E0FC-D6E9-7DB6-C0F906F1028D}"/>
          </ac:inkMkLst>
        </pc:inkChg>
      </pc:sldChg>
      <pc:sldChg chg="addSp delSp modSp add mod">
        <pc:chgData name="Marrapu, Saketh" userId="185a409a-770e-4c9a-9bce-c2f9cba91bff" providerId="ADAL" clId="{A0221A2D-3444-4961-836C-7C95EC350FB7}" dt="2025-12-09T16:12:35.452" v="4657" actId="9405"/>
        <pc:sldMkLst>
          <pc:docMk/>
          <pc:sldMk cId="1020969482" sldId="322"/>
        </pc:sldMkLst>
        <pc:spChg chg="mod">
          <ac:chgData name="Marrapu, Saketh" userId="185a409a-770e-4c9a-9bce-c2f9cba91bff" providerId="ADAL" clId="{A0221A2D-3444-4961-836C-7C95EC350FB7}" dt="2025-12-04T08:28:30.085" v="288" actId="1076"/>
          <ac:spMkLst>
            <pc:docMk/>
            <pc:sldMk cId="1020969482" sldId="322"/>
            <ac:spMk id="4" creationId="{7EC0B375-CFE5-3EC7-773D-DFE284106193}"/>
          </ac:spMkLst>
        </pc:spChg>
        <pc:graphicFrameChg chg="add mod modGraphic">
          <ac:chgData name="Marrapu, Saketh" userId="185a409a-770e-4c9a-9bce-c2f9cba91bff" providerId="ADAL" clId="{A0221A2D-3444-4961-836C-7C95EC350FB7}" dt="2025-12-04T09:06:27.584" v="562" actId="1076"/>
          <ac:graphicFrameMkLst>
            <pc:docMk/>
            <pc:sldMk cId="1020969482" sldId="322"/>
            <ac:graphicFrameMk id="3" creationId="{3C73FED4-502E-88F8-61B4-96E3AC16CA42}"/>
          </ac:graphicFrameMkLst>
        </pc:graphicFrameChg>
        <pc:inkChg chg="add del">
          <ac:chgData name="Marrapu, Saketh" userId="185a409a-770e-4c9a-9bce-c2f9cba91bff" providerId="ADAL" clId="{A0221A2D-3444-4961-836C-7C95EC350FB7}" dt="2025-12-09T16:12:25.371" v="4654" actId="9405"/>
          <ac:inkMkLst>
            <pc:docMk/>
            <pc:sldMk cId="1020969482" sldId="322"/>
            <ac:inkMk id="2" creationId="{62ED400D-167B-CA86-68F4-AB7958102BC2}"/>
          </ac:inkMkLst>
        </pc:inkChg>
        <pc:inkChg chg="add del">
          <ac:chgData name="Marrapu, Saketh" userId="185a409a-770e-4c9a-9bce-c2f9cba91bff" providerId="ADAL" clId="{A0221A2D-3444-4961-836C-7C95EC350FB7}" dt="2025-12-09T16:12:27.511" v="4656"/>
          <ac:inkMkLst>
            <pc:docMk/>
            <pc:sldMk cId="1020969482" sldId="322"/>
            <ac:inkMk id="5" creationId="{87C4DE52-490A-94BE-0541-B327B76AC1C2}"/>
          </ac:inkMkLst>
        </pc:inkChg>
        <pc:inkChg chg="add">
          <ac:chgData name="Marrapu, Saketh" userId="185a409a-770e-4c9a-9bce-c2f9cba91bff" providerId="ADAL" clId="{A0221A2D-3444-4961-836C-7C95EC350FB7}" dt="2025-12-09T16:12:27.511" v="4656"/>
          <ac:inkMkLst>
            <pc:docMk/>
            <pc:sldMk cId="1020969482" sldId="322"/>
            <ac:inkMk id="6" creationId="{2B3B0EBA-3C58-7BCE-EC2E-8A3545909CBB}"/>
          </ac:inkMkLst>
        </pc:inkChg>
        <pc:inkChg chg="add">
          <ac:chgData name="Marrapu, Saketh" userId="185a409a-770e-4c9a-9bce-c2f9cba91bff" providerId="ADAL" clId="{A0221A2D-3444-4961-836C-7C95EC350FB7}" dt="2025-12-09T16:12:35.452" v="4657" actId="9405"/>
          <ac:inkMkLst>
            <pc:docMk/>
            <pc:sldMk cId="1020969482" sldId="322"/>
            <ac:inkMk id="7" creationId="{F56A241E-B809-AE6C-BCB6-E5FE204C7219}"/>
          </ac:inkMkLst>
        </pc:inkChg>
      </pc:sldChg>
      <pc:sldChg chg="modSp add mod ord">
        <pc:chgData name="Marrapu, Saketh" userId="185a409a-770e-4c9a-9bce-c2f9cba91bff" providerId="ADAL" clId="{A0221A2D-3444-4961-836C-7C95EC350FB7}" dt="2025-12-04T09:06:54.892" v="575" actId="20577"/>
        <pc:sldMkLst>
          <pc:docMk/>
          <pc:sldMk cId="2544177152" sldId="323"/>
        </pc:sldMkLst>
        <pc:spChg chg="mod">
          <ac:chgData name="Marrapu, Saketh" userId="185a409a-770e-4c9a-9bce-c2f9cba91bff" providerId="ADAL" clId="{A0221A2D-3444-4961-836C-7C95EC350FB7}" dt="2025-12-04T09:06:54.892" v="575" actId="20577"/>
          <ac:spMkLst>
            <pc:docMk/>
            <pc:sldMk cId="2544177152" sldId="323"/>
            <ac:spMk id="811" creationId="{12539066-5B42-D701-AEC4-4E032ECF7AAE}"/>
          </ac:spMkLst>
        </pc:spChg>
        <pc:spChg chg="mod">
          <ac:chgData name="Marrapu, Saketh" userId="185a409a-770e-4c9a-9bce-c2f9cba91bff" providerId="ADAL" clId="{A0221A2D-3444-4961-836C-7C95EC350FB7}" dt="2025-12-04T09:06:47.452" v="569" actId="20577"/>
          <ac:spMkLst>
            <pc:docMk/>
            <pc:sldMk cId="2544177152" sldId="323"/>
            <ac:spMk id="812" creationId="{D0E812D9-D67F-CE2A-B10E-BF74FD1D9533}"/>
          </ac:spMkLst>
        </pc:spChg>
      </pc:sldChg>
      <pc:sldChg chg="addSp delSp modSp new mod">
        <pc:chgData name="Marrapu, Saketh" userId="185a409a-770e-4c9a-9bce-c2f9cba91bff" providerId="ADAL" clId="{A0221A2D-3444-4961-836C-7C95EC350FB7}" dt="2025-12-04T15:13:02.438" v="1227" actId="478"/>
        <pc:sldMkLst>
          <pc:docMk/>
          <pc:sldMk cId="711398587" sldId="324"/>
        </pc:sldMkLst>
        <pc:picChg chg="add mod modCrop">
          <ac:chgData name="Marrapu, Saketh" userId="185a409a-770e-4c9a-9bce-c2f9cba91bff" providerId="ADAL" clId="{A0221A2D-3444-4961-836C-7C95EC350FB7}" dt="2025-12-04T15:12:20.110" v="1221" actId="1076"/>
          <ac:picMkLst>
            <pc:docMk/>
            <pc:sldMk cId="711398587" sldId="324"/>
            <ac:picMk id="6" creationId="{82511265-A1B2-14DD-6AC9-094920753CC2}"/>
          </ac:picMkLst>
        </pc:picChg>
      </pc:sldChg>
      <pc:sldChg chg="addSp delSp modSp new mod">
        <pc:chgData name="Marrapu, Saketh" userId="185a409a-770e-4c9a-9bce-c2f9cba91bff" providerId="ADAL" clId="{A0221A2D-3444-4961-836C-7C95EC350FB7}" dt="2025-12-04T14:25:21.944" v="597" actId="1076"/>
        <pc:sldMkLst>
          <pc:docMk/>
          <pc:sldMk cId="3605941448" sldId="325"/>
        </pc:sldMkLst>
        <pc:picChg chg="add mod">
          <ac:chgData name="Marrapu, Saketh" userId="185a409a-770e-4c9a-9bce-c2f9cba91bff" providerId="ADAL" clId="{A0221A2D-3444-4961-836C-7C95EC350FB7}" dt="2025-12-04T14:25:21.944" v="597" actId="1076"/>
          <ac:picMkLst>
            <pc:docMk/>
            <pc:sldMk cId="3605941448" sldId="325"/>
            <ac:picMk id="6" creationId="{BB7732CF-6450-DC82-5C39-8E7B3D5C7DDC}"/>
          </ac:picMkLst>
        </pc:picChg>
      </pc:sldChg>
      <pc:sldChg chg="addSp delSp modSp new mod">
        <pc:chgData name="Marrapu, Saketh" userId="185a409a-770e-4c9a-9bce-c2f9cba91bff" providerId="ADAL" clId="{A0221A2D-3444-4961-836C-7C95EC350FB7}" dt="2025-12-05T20:04:00.102" v="4639" actId="20577"/>
        <pc:sldMkLst>
          <pc:docMk/>
          <pc:sldMk cId="3867106942" sldId="326"/>
        </pc:sldMkLst>
        <pc:spChg chg="add mod">
          <ac:chgData name="Marrapu, Saketh" userId="185a409a-770e-4c9a-9bce-c2f9cba91bff" providerId="ADAL" clId="{A0221A2D-3444-4961-836C-7C95EC350FB7}" dt="2025-12-04T14:33:38.907" v="619" actId="20577"/>
          <ac:spMkLst>
            <pc:docMk/>
            <pc:sldMk cId="3867106942" sldId="326"/>
            <ac:spMk id="5" creationId="{BC24E5AD-964D-0EED-C2ED-1DA7B8D1CA73}"/>
          </ac:spMkLst>
        </pc:spChg>
        <pc:spChg chg="add mod">
          <ac:chgData name="Marrapu, Saketh" userId="185a409a-770e-4c9a-9bce-c2f9cba91bff" providerId="ADAL" clId="{A0221A2D-3444-4961-836C-7C95EC350FB7}" dt="2025-12-05T20:04:00.102" v="4639" actId="20577"/>
          <ac:spMkLst>
            <pc:docMk/>
            <pc:sldMk cId="3867106942" sldId="326"/>
            <ac:spMk id="8" creationId="{290BFA19-3C82-EFA5-E22B-358E1ACEA8C6}"/>
          </ac:spMkLst>
        </pc:spChg>
        <pc:picChg chg="add mod">
          <ac:chgData name="Marrapu, Saketh" userId="185a409a-770e-4c9a-9bce-c2f9cba91bff" providerId="ADAL" clId="{A0221A2D-3444-4961-836C-7C95EC350FB7}" dt="2025-12-04T15:57:14.824" v="2333" actId="14100"/>
          <ac:picMkLst>
            <pc:docMk/>
            <pc:sldMk cId="3867106942" sldId="326"/>
            <ac:picMk id="7" creationId="{18EDF34E-9651-DC98-A63E-9A50152568DB}"/>
          </ac:picMkLst>
        </pc:picChg>
      </pc:sldChg>
      <pc:sldChg chg="addSp delSp modSp new mod">
        <pc:chgData name="Marrapu, Saketh" userId="185a409a-770e-4c9a-9bce-c2f9cba91bff" providerId="ADAL" clId="{A0221A2D-3444-4961-836C-7C95EC350FB7}" dt="2025-12-04T17:41:59.939" v="4637" actId="1076"/>
        <pc:sldMkLst>
          <pc:docMk/>
          <pc:sldMk cId="1588075444" sldId="327"/>
        </pc:sldMkLst>
        <pc:spChg chg="add mod">
          <ac:chgData name="Marrapu, Saketh" userId="185a409a-770e-4c9a-9bce-c2f9cba91bff" providerId="ADAL" clId="{A0221A2D-3444-4961-836C-7C95EC350FB7}" dt="2025-12-04T17:35:11.885" v="4371"/>
          <ac:spMkLst>
            <pc:docMk/>
            <pc:sldMk cId="1588075444" sldId="327"/>
            <ac:spMk id="6" creationId="{F3E5C97B-8726-E548-1B96-950A577CBEF5}"/>
          </ac:spMkLst>
        </pc:spChg>
        <pc:graphicFrameChg chg="add mod modGraphic">
          <ac:chgData name="Marrapu, Saketh" userId="185a409a-770e-4c9a-9bce-c2f9cba91bff" providerId="ADAL" clId="{A0221A2D-3444-4961-836C-7C95EC350FB7}" dt="2025-12-04T17:41:59.939" v="4637" actId="1076"/>
          <ac:graphicFrameMkLst>
            <pc:docMk/>
            <pc:sldMk cId="1588075444" sldId="327"/>
            <ac:graphicFrameMk id="5" creationId="{E610D5EC-BEFD-62BF-F801-D67D3BACEB6B}"/>
          </ac:graphicFrameMkLst>
        </pc:graphicFrameChg>
      </pc:sldChg>
      <pc:sldChg chg="addSp delSp modSp add mod">
        <pc:chgData name="Marrapu, Saketh" userId="185a409a-770e-4c9a-9bce-c2f9cba91bff" providerId="ADAL" clId="{A0221A2D-3444-4961-836C-7C95EC350FB7}" dt="2025-12-04T15:36:03.737" v="1854" actId="21"/>
        <pc:sldMkLst>
          <pc:docMk/>
          <pc:sldMk cId="893191447" sldId="328"/>
        </pc:sldMkLst>
        <pc:spChg chg="add mod">
          <ac:chgData name="Marrapu, Saketh" userId="185a409a-770e-4c9a-9bce-c2f9cba91bff" providerId="ADAL" clId="{A0221A2D-3444-4961-836C-7C95EC350FB7}" dt="2025-12-04T15:36:03.737" v="1854" actId="21"/>
          <ac:spMkLst>
            <pc:docMk/>
            <pc:sldMk cId="893191447" sldId="328"/>
            <ac:spMk id="4" creationId="{B684F594-137C-0484-1883-7862B00CCCF8}"/>
          </ac:spMkLst>
        </pc:spChg>
        <pc:spChg chg="mod">
          <ac:chgData name="Marrapu, Saketh" userId="185a409a-770e-4c9a-9bce-c2f9cba91bff" providerId="ADAL" clId="{A0221A2D-3444-4961-836C-7C95EC350FB7}" dt="2025-12-04T15:28:56.776" v="1248" actId="20577"/>
          <ac:spMkLst>
            <pc:docMk/>
            <pc:sldMk cId="893191447" sldId="328"/>
            <ac:spMk id="5" creationId="{8B015C9F-F0E1-0110-7136-0216FD2DE682}"/>
          </ac:spMkLst>
        </pc:spChg>
        <pc:picChg chg="add mod">
          <ac:chgData name="Marrapu, Saketh" userId="185a409a-770e-4c9a-9bce-c2f9cba91bff" providerId="ADAL" clId="{A0221A2D-3444-4961-836C-7C95EC350FB7}" dt="2025-12-04T15:30:54.100" v="1259" actId="1076"/>
          <ac:picMkLst>
            <pc:docMk/>
            <pc:sldMk cId="893191447" sldId="328"/>
            <ac:picMk id="3" creationId="{14CE908B-7E20-59F2-731D-214DAC9C3304}"/>
          </ac:picMkLst>
        </pc:picChg>
      </pc:sldChg>
      <pc:sldChg chg="addSp delSp modSp add mod">
        <pc:chgData name="Marrapu, Saketh" userId="185a409a-770e-4c9a-9bce-c2f9cba91bff" providerId="ADAL" clId="{A0221A2D-3444-4961-836C-7C95EC350FB7}" dt="2025-12-04T15:44:04.855" v="2324" actId="20577"/>
        <pc:sldMkLst>
          <pc:docMk/>
          <pc:sldMk cId="1728528026" sldId="329"/>
        </pc:sldMkLst>
        <pc:spChg chg="mod">
          <ac:chgData name="Marrapu, Saketh" userId="185a409a-770e-4c9a-9bce-c2f9cba91bff" providerId="ADAL" clId="{A0221A2D-3444-4961-836C-7C95EC350FB7}" dt="2025-12-04T15:44:04.855" v="2324" actId="20577"/>
          <ac:spMkLst>
            <pc:docMk/>
            <pc:sldMk cId="1728528026" sldId="329"/>
            <ac:spMk id="4" creationId="{795FA4DE-09BA-42F2-1750-1FCE4DBAD6BD}"/>
          </ac:spMkLst>
        </pc:spChg>
        <pc:picChg chg="add mod">
          <ac:chgData name="Marrapu, Saketh" userId="185a409a-770e-4c9a-9bce-c2f9cba91bff" providerId="ADAL" clId="{A0221A2D-3444-4961-836C-7C95EC350FB7}" dt="2025-12-04T15:37:45.713" v="1861" actId="14100"/>
          <ac:picMkLst>
            <pc:docMk/>
            <pc:sldMk cId="1728528026" sldId="329"/>
            <ac:picMk id="6" creationId="{5855950E-B82B-106C-E00D-577CDE3E51E5}"/>
          </ac:picMkLst>
        </pc:picChg>
      </pc:sldChg>
      <pc:sldChg chg="addSp delSp modSp add mod">
        <pc:chgData name="Marrapu, Saketh" userId="185a409a-770e-4c9a-9bce-c2f9cba91bff" providerId="ADAL" clId="{A0221A2D-3444-4961-836C-7C95EC350FB7}" dt="2025-12-04T16:02:43.657" v="3079" actId="20577"/>
        <pc:sldMkLst>
          <pc:docMk/>
          <pc:sldMk cId="607307578" sldId="331"/>
        </pc:sldMkLst>
        <pc:spChg chg="mod">
          <ac:chgData name="Marrapu, Saketh" userId="185a409a-770e-4c9a-9bce-c2f9cba91bff" providerId="ADAL" clId="{A0221A2D-3444-4961-836C-7C95EC350FB7}" dt="2025-12-04T16:02:25.293" v="3041" actId="20577"/>
          <ac:spMkLst>
            <pc:docMk/>
            <pc:sldMk cId="607307578" sldId="331"/>
            <ac:spMk id="4" creationId="{ECD7A5F3-40B3-4780-60EA-D43A0763BDB1}"/>
          </ac:spMkLst>
        </pc:spChg>
        <pc:spChg chg="mod">
          <ac:chgData name="Marrapu, Saketh" userId="185a409a-770e-4c9a-9bce-c2f9cba91bff" providerId="ADAL" clId="{A0221A2D-3444-4961-836C-7C95EC350FB7}" dt="2025-12-04T16:02:43.657" v="3079" actId="20577"/>
          <ac:spMkLst>
            <pc:docMk/>
            <pc:sldMk cId="607307578" sldId="331"/>
            <ac:spMk id="5" creationId="{ED62AF1F-F2AE-DDB4-BDF8-66CE92110E37}"/>
          </ac:spMkLst>
        </pc:spChg>
        <pc:picChg chg="add mod">
          <ac:chgData name="Marrapu, Saketh" userId="185a409a-770e-4c9a-9bce-c2f9cba91bff" providerId="ADAL" clId="{A0221A2D-3444-4961-836C-7C95EC350FB7}" dt="2025-12-04T15:57:09.031" v="2332" actId="14100"/>
          <ac:picMkLst>
            <pc:docMk/>
            <pc:sldMk cId="607307578" sldId="331"/>
            <ac:picMk id="10" creationId="{183D3D21-416D-69DA-DE8F-0D2868AA84AB}"/>
          </ac:picMkLst>
        </pc:picChg>
      </pc:sldChg>
      <pc:sldChg chg="addSp delSp modSp add mod">
        <pc:chgData name="Marrapu, Saketh" userId="185a409a-770e-4c9a-9bce-c2f9cba91bff" providerId="ADAL" clId="{A0221A2D-3444-4961-836C-7C95EC350FB7}" dt="2025-12-04T16:41:28.881" v="4307" actId="12"/>
        <pc:sldMkLst>
          <pc:docMk/>
          <pc:sldMk cId="4138598794" sldId="332"/>
        </pc:sldMkLst>
        <pc:spChg chg="mod">
          <ac:chgData name="Marrapu, Saketh" userId="185a409a-770e-4c9a-9bce-c2f9cba91bff" providerId="ADAL" clId="{A0221A2D-3444-4961-836C-7C95EC350FB7}" dt="2025-12-04T16:02:57.262" v="3094" actId="20577"/>
          <ac:spMkLst>
            <pc:docMk/>
            <pc:sldMk cId="4138598794" sldId="332"/>
            <ac:spMk id="5" creationId="{A3140957-76C0-CBB2-50B1-D4E61D88C845}"/>
          </ac:spMkLst>
        </pc:spChg>
        <pc:spChg chg="add mod">
          <ac:chgData name="Marrapu, Saketh" userId="185a409a-770e-4c9a-9bce-c2f9cba91bff" providerId="ADAL" clId="{A0221A2D-3444-4961-836C-7C95EC350FB7}" dt="2025-12-04T16:24:08.135" v="3563" actId="1076"/>
          <ac:spMkLst>
            <pc:docMk/>
            <pc:sldMk cId="4138598794" sldId="332"/>
            <ac:spMk id="7" creationId="{1B5AFA5D-FDC6-B558-43B1-C1DEBE3A4B23}"/>
          </ac:spMkLst>
        </pc:spChg>
        <pc:spChg chg="add mod">
          <ac:chgData name="Marrapu, Saketh" userId="185a409a-770e-4c9a-9bce-c2f9cba91bff" providerId="ADAL" clId="{A0221A2D-3444-4961-836C-7C95EC350FB7}" dt="2025-12-04T16:41:28.881" v="4307" actId="12"/>
          <ac:spMkLst>
            <pc:docMk/>
            <pc:sldMk cId="4138598794" sldId="332"/>
            <ac:spMk id="8" creationId="{4EC64F63-607D-AC90-13B6-760EF72C0260}"/>
          </ac:spMkLst>
        </pc:spChg>
        <pc:graphicFrameChg chg="add mod modGraphic">
          <ac:chgData name="Marrapu, Saketh" userId="185a409a-770e-4c9a-9bce-c2f9cba91bff" providerId="ADAL" clId="{A0221A2D-3444-4961-836C-7C95EC350FB7}" dt="2025-12-04T16:22:35.361" v="3375" actId="1076"/>
          <ac:graphicFrameMkLst>
            <pc:docMk/>
            <pc:sldMk cId="4138598794" sldId="332"/>
            <ac:graphicFrameMk id="2" creationId="{D920FA6E-4DE8-E04C-97DE-28EE41302E7E}"/>
          </ac:graphicFrameMkLst>
        </pc:graphicFrameChg>
        <pc:graphicFrameChg chg="add del mod modGraphic">
          <ac:chgData name="Marrapu, Saketh" userId="185a409a-770e-4c9a-9bce-c2f9cba91bff" providerId="ADAL" clId="{A0221A2D-3444-4961-836C-7C95EC350FB7}" dt="2025-12-04T16:22:24.192" v="3374" actId="20577"/>
          <ac:graphicFrameMkLst>
            <pc:docMk/>
            <pc:sldMk cId="4138598794" sldId="332"/>
            <ac:graphicFrameMk id="3" creationId="{D8F10BD9-27D0-AB9A-50E8-CD87D9D73FCE}"/>
          </ac:graphicFrameMkLst>
        </pc:graphicFrameChg>
      </pc:sldChg>
      <pc:sldChg chg="addSp delSp modSp add mod">
        <pc:chgData name="Marrapu, Saketh" userId="185a409a-770e-4c9a-9bce-c2f9cba91bff" providerId="ADAL" clId="{A0221A2D-3444-4961-836C-7C95EC350FB7}" dt="2025-12-04T16:41:03.547" v="4306" actId="12"/>
        <pc:sldMkLst>
          <pc:docMk/>
          <pc:sldMk cId="3855716194" sldId="333"/>
        </pc:sldMkLst>
        <pc:spChg chg="mod">
          <ac:chgData name="Marrapu, Saketh" userId="185a409a-770e-4c9a-9bce-c2f9cba91bff" providerId="ADAL" clId="{A0221A2D-3444-4961-836C-7C95EC350FB7}" dt="2025-12-04T16:25:53.107" v="3788" actId="20577"/>
          <ac:spMkLst>
            <pc:docMk/>
            <pc:sldMk cId="3855716194" sldId="333"/>
            <ac:spMk id="5" creationId="{EB18FB2D-E6AA-A2FE-D18D-24DE44A04C28}"/>
          </ac:spMkLst>
        </pc:spChg>
        <pc:spChg chg="add mod">
          <ac:chgData name="Marrapu, Saketh" userId="185a409a-770e-4c9a-9bce-c2f9cba91bff" providerId="ADAL" clId="{A0221A2D-3444-4961-836C-7C95EC350FB7}" dt="2025-12-04T16:41:03.547" v="4306" actId="12"/>
          <ac:spMkLst>
            <pc:docMk/>
            <pc:sldMk cId="3855716194" sldId="333"/>
            <ac:spMk id="11" creationId="{B260A057-6A05-5686-2091-336191D51C17}"/>
          </ac:spMkLst>
        </pc:spChg>
        <pc:picChg chg="add mod">
          <ac:chgData name="Marrapu, Saketh" userId="185a409a-770e-4c9a-9bce-c2f9cba91bff" providerId="ADAL" clId="{A0221A2D-3444-4961-836C-7C95EC350FB7}" dt="2025-12-04T16:26:49.257" v="3799" actId="14100"/>
          <ac:picMkLst>
            <pc:docMk/>
            <pc:sldMk cId="3855716194" sldId="333"/>
            <ac:picMk id="6" creationId="{5D206641-1524-7A64-124A-9BAECB059BC7}"/>
          </ac:picMkLst>
        </pc:picChg>
        <pc:picChg chg="add mod">
          <ac:chgData name="Marrapu, Saketh" userId="185a409a-770e-4c9a-9bce-c2f9cba91bff" providerId="ADAL" clId="{A0221A2D-3444-4961-836C-7C95EC350FB7}" dt="2025-12-04T16:26:51.676" v="3800" actId="14100"/>
          <ac:picMkLst>
            <pc:docMk/>
            <pc:sldMk cId="3855716194" sldId="333"/>
            <ac:picMk id="10" creationId="{D30F1C21-358B-0037-C7E7-4C5C284B0728}"/>
          </ac:picMkLst>
        </pc:picChg>
      </pc:sldChg>
      <pc:sldMasterChg chg="delSldLayout">
        <pc:chgData name="Marrapu, Saketh" userId="185a409a-770e-4c9a-9bce-c2f9cba91bff" providerId="ADAL" clId="{A0221A2D-3444-4961-836C-7C95EC350FB7}" dt="2025-12-04T17:38:54.022" v="4534" actId="2696"/>
        <pc:sldMasterMkLst>
          <pc:docMk/>
          <pc:sldMasterMk cId="0" sldId="2147483670"/>
        </pc:sldMasterMkLst>
      </pc:sldMasterChg>
    </pc:docChg>
  </pc:docChgLst>
  <pc:docChgLst>
    <pc:chgData name="Martinez, Isaac" userId="S::isaacmtz@tamu.edu::68c2c940-c098-47ec-9f6d-deb8461de417" providerId="AD" clId="Web-{7E86CD03-296D-FECB-5A61-6A5CDC146885}"/>
    <pc:docChg chg="modSld">
      <pc:chgData name="Martinez, Isaac" userId="S::isaacmtz@tamu.edu::68c2c940-c098-47ec-9f6d-deb8461de417" providerId="AD" clId="Web-{7E86CD03-296D-FECB-5A61-6A5CDC146885}" dt="2025-12-03T20:05:18.083" v="0"/>
      <pc:docMkLst>
        <pc:docMk/>
      </pc:docMkLst>
      <pc:sldChg chg="modSp">
        <pc:chgData name="Martinez, Isaac" userId="S::isaacmtz@tamu.edu::68c2c940-c098-47ec-9f6d-deb8461de417" providerId="AD" clId="Web-{7E86CD03-296D-FECB-5A61-6A5CDC146885}" dt="2025-12-03T20:05:18.083" v="0"/>
        <pc:sldMkLst>
          <pc:docMk/>
          <pc:sldMk cId="3734686869" sldId="306"/>
        </pc:sldMkLst>
        <pc:graphicFrameChg chg="modGraphic">
          <ac:chgData name="Martinez, Isaac" userId="S::isaacmtz@tamu.edu::68c2c940-c098-47ec-9f6d-deb8461de417" providerId="AD" clId="Web-{7E86CD03-296D-FECB-5A61-6A5CDC146885}" dt="2025-12-03T20:05:18.083" v="0"/>
          <ac:graphicFrameMkLst>
            <pc:docMk/>
            <pc:sldMk cId="3734686869" sldId="306"/>
            <ac:graphicFrameMk id="12" creationId="{82D71E4A-858F-44B0-B84B-78C55680F063}"/>
          </ac:graphicFrameMkLst>
        </pc:graphicFrameChg>
      </pc:sldChg>
    </pc:docChg>
  </pc:docChgLst>
  <pc:docChgLst>
    <pc:chgData name="Martinez, Isaac" userId="S::isaacmtz@tamu.edu::68c2c940-c098-47ec-9f6d-deb8461de417" providerId="AD" clId="Web-{CC02AA69-0551-B951-9C55-2DD54469F6CF}"/>
    <pc:docChg chg="delSld modSld sldOrd">
      <pc:chgData name="Martinez, Isaac" userId="S::isaacmtz@tamu.edu::68c2c940-c098-47ec-9f6d-deb8461de417" providerId="AD" clId="Web-{CC02AA69-0551-B951-9C55-2DD54469F6CF}" dt="2025-12-04T04:39:58.555" v="46"/>
      <pc:docMkLst>
        <pc:docMk/>
      </pc:docMkLst>
      <pc:sldChg chg="delSp modSp">
        <pc:chgData name="Martinez, Isaac" userId="S::isaacmtz@tamu.edu::68c2c940-c098-47ec-9f6d-deb8461de417" providerId="AD" clId="Web-{CC02AA69-0551-B951-9C55-2DD54469F6CF}" dt="2025-12-04T04:36:36.925" v="21"/>
        <pc:sldMkLst>
          <pc:docMk/>
          <pc:sldMk cId="0" sldId="275"/>
        </pc:sldMkLst>
        <pc:spChg chg="mod">
          <ac:chgData name="Martinez, Isaac" userId="S::isaacmtz@tamu.edu::68c2c940-c098-47ec-9f6d-deb8461de417" providerId="AD" clId="Web-{CC02AA69-0551-B951-9C55-2DD54469F6CF}" dt="2025-12-04T04:36:33.222" v="17" actId="20577"/>
          <ac:spMkLst>
            <pc:docMk/>
            <pc:sldMk cId="0" sldId="275"/>
            <ac:spMk id="2239" creationId="{00000000-0000-0000-0000-000000000000}"/>
          </ac:spMkLst>
        </pc:spChg>
      </pc:sldChg>
    </pc:docChg>
  </pc:docChgLst>
  <pc:docChgLst>
    <pc:chgData name="Marrapu, Saketh" userId="185a409a-770e-4c9a-9bce-c2f9cba91bff" providerId="ADAL" clId="{9932C010-BB58-4471-9C04-5D8D99341113}"/>
    <pc:docChg chg="custSel addSld delSld modSld sldOrd delSection modSection">
      <pc:chgData name="Marrapu, Saketh" userId="185a409a-770e-4c9a-9bce-c2f9cba91bff" providerId="ADAL" clId="{9932C010-BB58-4471-9C04-5D8D99341113}" dt="2025-12-04T20:29:31.175" v="2802" actId="1036"/>
      <pc:docMkLst>
        <pc:docMk/>
      </pc:docMkLst>
      <pc:sldChg chg="ord">
        <pc:chgData name="Marrapu, Saketh" userId="185a409a-770e-4c9a-9bce-c2f9cba91bff" providerId="ADAL" clId="{9932C010-BB58-4471-9C04-5D8D99341113}" dt="2025-12-04T19:53:33.745" v="2801"/>
        <pc:sldMkLst>
          <pc:docMk/>
          <pc:sldMk cId="0" sldId="275"/>
        </pc:sldMkLst>
      </pc:sldChg>
      <pc:sldChg chg="modNotesTx">
        <pc:chgData name="Marrapu, Saketh" userId="185a409a-770e-4c9a-9bce-c2f9cba91bff" providerId="ADAL" clId="{9932C010-BB58-4471-9C04-5D8D99341113}" dt="2025-12-04T19:19:38.578" v="251" actId="20577"/>
        <pc:sldMkLst>
          <pc:docMk/>
          <pc:sldMk cId="711398587" sldId="324"/>
        </pc:sldMkLst>
      </pc:sldChg>
      <pc:sldChg chg="modNotesTx">
        <pc:chgData name="Marrapu, Saketh" userId="185a409a-770e-4c9a-9bce-c2f9cba91bff" providerId="ADAL" clId="{9932C010-BB58-4471-9C04-5D8D99341113}" dt="2025-12-04T19:23:46.860" v="666" actId="20577"/>
        <pc:sldMkLst>
          <pc:docMk/>
          <pc:sldMk cId="3605941448" sldId="325"/>
        </pc:sldMkLst>
      </pc:sldChg>
      <pc:sldChg chg="modSp mod modNotesTx">
        <pc:chgData name="Marrapu, Saketh" userId="185a409a-770e-4c9a-9bce-c2f9cba91bff" providerId="ADAL" clId="{9932C010-BB58-4471-9C04-5D8D99341113}" dt="2025-12-04T19:28:46.425" v="860" actId="20577"/>
        <pc:sldMkLst>
          <pc:docMk/>
          <pc:sldMk cId="3867106942" sldId="326"/>
        </pc:sldMkLst>
        <pc:spChg chg="mod">
          <ac:chgData name="Marrapu, Saketh" userId="185a409a-770e-4c9a-9bce-c2f9cba91bff" providerId="ADAL" clId="{9932C010-BB58-4471-9C04-5D8D99341113}" dt="2025-12-04T19:26:17.571" v="668" actId="20577"/>
          <ac:spMkLst>
            <pc:docMk/>
            <pc:sldMk cId="3867106942" sldId="326"/>
            <ac:spMk id="8" creationId="{290BFA19-3C82-EFA5-E22B-358E1ACEA8C6}"/>
          </ac:spMkLst>
        </pc:spChg>
      </pc:sldChg>
      <pc:sldChg chg="modNotesTx">
        <pc:chgData name="Marrapu, Saketh" userId="185a409a-770e-4c9a-9bce-c2f9cba91bff" providerId="ADAL" clId="{9932C010-BB58-4471-9C04-5D8D99341113}" dt="2025-12-04T19:53:13.185" v="2799" actId="20577"/>
        <pc:sldMkLst>
          <pc:docMk/>
          <pc:sldMk cId="1588075444" sldId="327"/>
        </pc:sldMkLst>
      </pc:sldChg>
      <pc:sldChg chg="modSp mod modNotesTx">
        <pc:chgData name="Marrapu, Saketh" userId="185a409a-770e-4c9a-9bce-c2f9cba91bff" providerId="ADAL" clId="{9932C010-BB58-4471-9C04-5D8D99341113}" dt="2025-12-04T20:29:31.175" v="2802" actId="1036"/>
        <pc:sldMkLst>
          <pc:docMk/>
          <pc:sldMk cId="893191447" sldId="328"/>
        </pc:sldMkLst>
        <pc:picChg chg="mod">
          <ac:chgData name="Marrapu, Saketh" userId="185a409a-770e-4c9a-9bce-c2f9cba91bff" providerId="ADAL" clId="{9932C010-BB58-4471-9C04-5D8D99341113}" dt="2025-12-04T20:29:31.175" v="2802" actId="1036"/>
          <ac:picMkLst>
            <pc:docMk/>
            <pc:sldMk cId="893191447" sldId="328"/>
            <ac:picMk id="3" creationId="{14CE908B-7E20-59F2-731D-214DAC9C3304}"/>
          </ac:picMkLst>
        </pc:picChg>
      </pc:sldChg>
      <pc:sldChg chg="modNotesTx">
        <pc:chgData name="Marrapu, Saketh" userId="185a409a-770e-4c9a-9bce-c2f9cba91bff" providerId="ADAL" clId="{9932C010-BB58-4471-9C04-5D8D99341113}" dt="2025-12-04T19:32:36.401" v="1339" actId="20577"/>
        <pc:sldMkLst>
          <pc:docMk/>
          <pc:sldMk cId="1728528026" sldId="329"/>
        </pc:sldMkLst>
      </pc:sldChg>
      <pc:sldChg chg="modNotesTx">
        <pc:chgData name="Marrapu, Saketh" userId="185a409a-770e-4c9a-9bce-c2f9cba91bff" providerId="ADAL" clId="{9932C010-BB58-4471-9C04-5D8D99341113}" dt="2025-12-04T19:36:59.664" v="1369" actId="20577"/>
        <pc:sldMkLst>
          <pc:docMk/>
          <pc:sldMk cId="607307578" sldId="331"/>
        </pc:sldMkLst>
      </pc:sldChg>
      <pc:sldChg chg="modNotesTx">
        <pc:chgData name="Marrapu, Saketh" userId="185a409a-770e-4c9a-9bce-c2f9cba91bff" providerId="ADAL" clId="{9932C010-BB58-4471-9C04-5D8D99341113}" dt="2025-12-04T19:44:04.397" v="1425" actId="20577"/>
        <pc:sldMkLst>
          <pc:docMk/>
          <pc:sldMk cId="4138598794" sldId="332"/>
        </pc:sldMkLst>
      </pc:sldChg>
      <pc:sldChg chg="modSp mod modNotesTx">
        <pc:chgData name="Marrapu, Saketh" userId="185a409a-770e-4c9a-9bce-c2f9cba91bff" providerId="ADAL" clId="{9932C010-BB58-4471-9C04-5D8D99341113}" dt="2025-12-04T19:49:41.686" v="1962" actId="20577"/>
        <pc:sldMkLst>
          <pc:docMk/>
          <pc:sldMk cId="3855716194" sldId="333"/>
        </pc:sldMkLst>
        <pc:spChg chg="mod">
          <ac:chgData name="Marrapu, Saketh" userId="185a409a-770e-4c9a-9bce-c2f9cba91bff" providerId="ADAL" clId="{9932C010-BB58-4471-9C04-5D8D99341113}" dt="2025-12-04T19:45:52.502" v="1644" actId="20577"/>
          <ac:spMkLst>
            <pc:docMk/>
            <pc:sldMk cId="3855716194" sldId="333"/>
            <ac:spMk id="11" creationId="{B260A057-6A05-5686-2091-336191D51C17}"/>
          </ac:spMkLst>
        </pc:spChg>
      </pc:sldChg>
      <pc:sldChg chg="add">
        <pc:chgData name="Marrapu, Saketh" userId="185a409a-770e-4c9a-9bce-c2f9cba91bff" providerId="ADAL" clId="{9932C010-BB58-4471-9C04-5D8D99341113}" dt="2025-12-04T19:18:09.319" v="0"/>
        <pc:sldMkLst>
          <pc:docMk/>
          <pc:sldMk cId="3074073531" sldId="337"/>
        </pc:sldMkLst>
      </pc:sldChg>
    </pc:docChg>
  </pc:docChgLst>
  <pc:docChgLst>
    <pc:chgData name="Marrapu, Saketh" userId="S::smarrapu05@tamu.edu::185a409a-770e-4c9a-9bce-c2f9cba91bff" providerId="AD" clId="Web-{B1464A1E-D48E-98D0-17C0-BF658B51DF8B}"/>
    <pc:docChg chg="modSld">
      <pc:chgData name="Marrapu, Saketh" userId="S::smarrapu05@tamu.edu::185a409a-770e-4c9a-9bce-c2f9cba91bff" providerId="AD" clId="Web-{B1464A1E-D48E-98D0-17C0-BF658B51DF8B}" dt="2025-11-27T21:04:09.872" v="3" actId="20577"/>
      <pc:docMkLst>
        <pc:docMk/>
      </pc:docMkLst>
      <pc:sldChg chg="modSp">
        <pc:chgData name="Marrapu, Saketh" userId="S::smarrapu05@tamu.edu::185a409a-770e-4c9a-9bce-c2f9cba91bff" providerId="AD" clId="Web-{B1464A1E-D48E-98D0-17C0-BF658B51DF8B}" dt="2025-11-27T21:04:09.872" v="3" actId="20577"/>
        <pc:sldMkLst>
          <pc:docMk/>
          <pc:sldMk cId="0" sldId="256"/>
        </pc:sldMkLst>
        <pc:spChg chg="mod">
          <ac:chgData name="Marrapu, Saketh" userId="S::smarrapu05@tamu.edu::185a409a-770e-4c9a-9bce-c2f9cba91bff" providerId="AD" clId="Web-{B1464A1E-D48E-98D0-17C0-BF658B51DF8B}" dt="2025-11-27T21:04:09.872" v="3" actId="20577"/>
          <ac:spMkLst>
            <pc:docMk/>
            <pc:sldMk cId="0" sldId="256"/>
            <ac:spMk id="460" creationId="{00000000-0000-0000-0000-000000000000}"/>
          </ac:spMkLst>
        </pc:spChg>
      </pc:sldChg>
    </pc:docChg>
  </pc:docChgLst>
  <pc:docChgLst>
    <pc:chgData name="Martinez, Isaac" userId="68c2c940-c098-47ec-9f6d-deb8461de417" providerId="ADAL" clId="{1DF3FED9-4D79-48E7-91F1-290928966CB2}"/>
    <pc:docChg chg="undo custSel addSld delSld modSld sldOrd modSection">
      <pc:chgData name="Martinez, Isaac" userId="68c2c940-c098-47ec-9f6d-deb8461de417" providerId="ADAL" clId="{1DF3FED9-4D79-48E7-91F1-290928966CB2}" dt="2025-12-10T21:27:42.836" v="9507" actId="164"/>
      <pc:docMkLst>
        <pc:docMk/>
      </pc:docMkLst>
      <pc:sldChg chg="delSp modSp mod">
        <pc:chgData name="Martinez, Isaac" userId="68c2c940-c098-47ec-9f6d-deb8461de417" providerId="ADAL" clId="{1DF3FED9-4D79-48E7-91F1-290928966CB2}" dt="2025-12-04T20:28:38.114" v="9502" actId="20577"/>
        <pc:sldMkLst>
          <pc:docMk/>
          <pc:sldMk cId="0" sldId="256"/>
        </pc:sldMkLst>
        <pc:spChg chg="mod">
          <ac:chgData name="Martinez, Isaac" userId="68c2c940-c098-47ec-9f6d-deb8461de417" providerId="ADAL" clId="{1DF3FED9-4D79-48E7-91F1-290928966CB2}" dt="2025-11-21T18:56:24.187" v="63" actId="403"/>
          <ac:spMkLst>
            <pc:docMk/>
            <pc:sldMk cId="0" sldId="256"/>
            <ac:spMk id="460" creationId="{00000000-0000-0000-0000-000000000000}"/>
          </ac:spMkLst>
        </pc:spChg>
        <pc:spChg chg="mod">
          <ac:chgData name="Martinez, Isaac" userId="68c2c940-c098-47ec-9f6d-deb8461de417" providerId="ADAL" clId="{1DF3FED9-4D79-48E7-91F1-290928966CB2}" dt="2025-12-04T20:28:38.114" v="9502" actId="20577"/>
          <ac:spMkLst>
            <pc:docMk/>
            <pc:sldMk cId="0" sldId="256"/>
            <ac:spMk id="461" creationId="{00000000-0000-0000-0000-000000000000}"/>
          </ac:spMkLst>
        </pc:spChg>
      </pc:sldChg>
      <pc:sldChg chg="modSp add mod ord">
        <pc:chgData name="Martinez, Isaac" userId="68c2c940-c098-47ec-9f6d-deb8461de417" providerId="ADAL" clId="{1DF3FED9-4D79-48E7-91F1-290928966CB2}" dt="2025-12-02T18:48:02.346" v="198" actId="20577"/>
        <pc:sldMkLst>
          <pc:docMk/>
          <pc:sldMk cId="684730753" sldId="303"/>
        </pc:sldMkLst>
        <pc:spChg chg="mod">
          <ac:chgData name="Martinez, Isaac" userId="68c2c940-c098-47ec-9f6d-deb8461de417" providerId="ADAL" clId="{1DF3FED9-4D79-48E7-91F1-290928966CB2}" dt="2025-12-02T18:48:02.346" v="198" actId="20577"/>
          <ac:spMkLst>
            <pc:docMk/>
            <pc:sldMk cId="684730753" sldId="303"/>
            <ac:spMk id="811" creationId="{411F1000-54DB-95BD-F22E-BFED83587C13}"/>
          </ac:spMkLst>
        </pc:spChg>
        <pc:spChg chg="mod">
          <ac:chgData name="Martinez, Isaac" userId="68c2c940-c098-47ec-9f6d-deb8461de417" providerId="ADAL" clId="{1DF3FED9-4D79-48E7-91F1-290928966CB2}" dt="2025-12-02T18:47:58.619" v="189" actId="20577"/>
          <ac:spMkLst>
            <pc:docMk/>
            <pc:sldMk cId="684730753" sldId="303"/>
            <ac:spMk id="812" creationId="{6B4C8BCE-C748-5FF6-EF4B-ACDF9CC3CD91}"/>
          </ac:spMkLst>
        </pc:spChg>
      </pc:sldChg>
      <pc:sldChg chg="addSp delSp modSp new mod modClrScheme chgLayout modNotesTx">
        <pc:chgData name="Martinez, Isaac" userId="68c2c940-c098-47ec-9f6d-deb8461de417" providerId="ADAL" clId="{1DF3FED9-4D79-48E7-91F1-290928966CB2}" dt="2025-12-04T19:30:18.927" v="9405" actId="20577"/>
        <pc:sldMkLst>
          <pc:docMk/>
          <pc:sldMk cId="195289754" sldId="304"/>
        </pc:sldMkLst>
        <pc:spChg chg="add mod ord">
          <ac:chgData name="Martinez, Isaac" userId="68c2c940-c098-47ec-9f6d-deb8461de417" providerId="ADAL" clId="{1DF3FED9-4D79-48E7-91F1-290928966CB2}" dt="2025-12-03T19:24:24.726" v="1022" actId="20577"/>
          <ac:spMkLst>
            <pc:docMk/>
            <pc:sldMk cId="195289754" sldId="304"/>
            <ac:spMk id="5" creationId="{00F648F6-FF16-2893-E004-4387A89DB269}"/>
          </ac:spMkLst>
        </pc:spChg>
        <pc:spChg chg="add mod ord">
          <ac:chgData name="Martinez, Isaac" userId="68c2c940-c098-47ec-9f6d-deb8461de417" providerId="ADAL" clId="{1DF3FED9-4D79-48E7-91F1-290928966CB2}" dt="2025-12-03T19:33:08.059" v="1305" actId="947"/>
          <ac:spMkLst>
            <pc:docMk/>
            <pc:sldMk cId="195289754" sldId="304"/>
            <ac:spMk id="6" creationId="{1E7B08FF-6C6E-52E2-7C70-A3969A0A1E7B}"/>
          </ac:spMkLst>
        </pc:spChg>
        <pc:spChg chg="add mod">
          <ac:chgData name="Martinez, Isaac" userId="68c2c940-c098-47ec-9f6d-deb8461de417" providerId="ADAL" clId="{1DF3FED9-4D79-48E7-91F1-290928966CB2}" dt="2025-12-03T05:16:36.526" v="605" actId="1076"/>
          <ac:spMkLst>
            <pc:docMk/>
            <pc:sldMk cId="195289754" sldId="304"/>
            <ac:spMk id="8" creationId="{36DAC420-5DE6-065A-5FDE-53F79507885D}"/>
          </ac:spMkLst>
        </pc:spChg>
        <pc:spChg chg="add mod">
          <ac:chgData name="Martinez, Isaac" userId="68c2c940-c098-47ec-9f6d-deb8461de417" providerId="ADAL" clId="{1DF3FED9-4D79-48E7-91F1-290928966CB2}" dt="2025-12-03T05:16:59.333" v="606" actId="164"/>
          <ac:spMkLst>
            <pc:docMk/>
            <pc:sldMk cId="195289754" sldId="304"/>
            <ac:spMk id="10" creationId="{05510C58-756D-C862-6034-3E5EFF27C18B}"/>
          </ac:spMkLst>
        </pc:spChg>
        <pc:grpChg chg="add mod">
          <ac:chgData name="Martinez, Isaac" userId="68c2c940-c098-47ec-9f6d-deb8461de417" providerId="ADAL" clId="{1DF3FED9-4D79-48E7-91F1-290928966CB2}" dt="2025-12-03T05:15:11.335" v="575" actId="164"/>
          <ac:grpSpMkLst>
            <pc:docMk/>
            <pc:sldMk cId="195289754" sldId="304"/>
            <ac:grpSpMk id="9" creationId="{E20B4FAA-2A5C-D89D-7470-FA010508F77B}"/>
          </ac:grpSpMkLst>
        </pc:grpChg>
        <pc:grpChg chg="add mod">
          <ac:chgData name="Martinez, Isaac" userId="68c2c940-c098-47ec-9f6d-deb8461de417" providerId="ADAL" clId="{1DF3FED9-4D79-48E7-91F1-290928966CB2}" dt="2025-12-03T05:16:59.333" v="606" actId="164"/>
          <ac:grpSpMkLst>
            <pc:docMk/>
            <pc:sldMk cId="195289754" sldId="304"/>
            <ac:grpSpMk id="11" creationId="{A01A90AE-D492-47CA-8F9B-9024C3DBC6FD}"/>
          </ac:grpSpMkLst>
        </pc:grpChg>
        <pc:picChg chg="add mod">
          <ac:chgData name="Martinez, Isaac" userId="68c2c940-c098-47ec-9f6d-deb8461de417" providerId="ADAL" clId="{1DF3FED9-4D79-48E7-91F1-290928966CB2}" dt="2025-12-03T05:15:11.335" v="575" actId="164"/>
          <ac:picMkLst>
            <pc:docMk/>
            <pc:sldMk cId="195289754" sldId="304"/>
            <ac:picMk id="1026" creationId="{B926835C-F01E-40E8-783C-5CD74A52200E}"/>
          </ac:picMkLst>
        </pc:picChg>
        <pc:picChg chg="add mod">
          <ac:chgData name="Martinez, Isaac" userId="68c2c940-c098-47ec-9f6d-deb8461de417" providerId="ADAL" clId="{1DF3FED9-4D79-48E7-91F1-290928966CB2}" dt="2025-12-03T05:16:59.333" v="606" actId="164"/>
          <ac:picMkLst>
            <pc:docMk/>
            <pc:sldMk cId="195289754" sldId="304"/>
            <ac:picMk id="1028" creationId="{14294A54-7350-99E9-BB49-91FF9554ED94}"/>
          </ac:picMkLst>
        </pc:picChg>
      </pc:sldChg>
      <pc:sldChg chg="addSp delSp modSp add mod ord modNotesTx">
        <pc:chgData name="Martinez, Isaac" userId="68c2c940-c098-47ec-9f6d-deb8461de417" providerId="ADAL" clId="{1DF3FED9-4D79-48E7-91F1-290928966CB2}" dt="2025-12-03T20:22:25.380" v="1961" actId="313"/>
        <pc:sldMkLst>
          <pc:docMk/>
          <pc:sldMk cId="3734686869" sldId="306"/>
        </pc:sldMkLst>
        <pc:spChg chg="add mod">
          <ac:chgData name="Martinez, Isaac" userId="68c2c940-c098-47ec-9f6d-deb8461de417" providerId="ADAL" clId="{1DF3FED9-4D79-48E7-91F1-290928966CB2}" dt="2025-12-03T20:16:19.299" v="1763" actId="1076"/>
          <ac:spMkLst>
            <pc:docMk/>
            <pc:sldMk cId="3734686869" sldId="306"/>
            <ac:spMk id="3" creationId="{5A5AC257-AAD1-82FE-A306-CF201B85F599}"/>
          </ac:spMkLst>
        </pc:spChg>
        <pc:spChg chg="mod">
          <ac:chgData name="Martinez, Isaac" userId="68c2c940-c098-47ec-9f6d-deb8461de417" providerId="ADAL" clId="{1DF3FED9-4D79-48E7-91F1-290928966CB2}" dt="2025-12-03T20:16:19.299" v="1763" actId="1076"/>
          <ac:spMkLst>
            <pc:docMk/>
            <pc:sldMk cId="3734686869" sldId="306"/>
            <ac:spMk id="5" creationId="{D732B013-C774-CC1B-3A84-517D5BF495A8}"/>
          </ac:spMkLst>
        </pc:spChg>
        <pc:spChg chg="mod">
          <ac:chgData name="Martinez, Isaac" userId="68c2c940-c098-47ec-9f6d-deb8461de417" providerId="ADAL" clId="{1DF3FED9-4D79-48E7-91F1-290928966CB2}" dt="2025-12-03T20:16:19.299" v="1763" actId="1076"/>
          <ac:spMkLst>
            <pc:docMk/>
            <pc:sldMk cId="3734686869" sldId="306"/>
            <ac:spMk id="6" creationId="{D171B24F-C9D4-304E-67A5-BF7F00399F44}"/>
          </ac:spMkLst>
        </pc:spChg>
        <pc:spChg chg="add mod">
          <ac:chgData name="Martinez, Isaac" userId="68c2c940-c098-47ec-9f6d-deb8461de417" providerId="ADAL" clId="{1DF3FED9-4D79-48E7-91F1-290928966CB2}" dt="2025-12-03T20:16:19.299" v="1763" actId="1076"/>
          <ac:spMkLst>
            <pc:docMk/>
            <pc:sldMk cId="3734686869" sldId="306"/>
            <ac:spMk id="7" creationId="{EA0257A7-F076-E81B-C471-72F8031CEB2D}"/>
          </ac:spMkLst>
        </pc:spChg>
        <pc:spChg chg="add del mod">
          <ac:chgData name="Martinez, Isaac" userId="68c2c940-c098-47ec-9f6d-deb8461de417" providerId="ADAL" clId="{1DF3FED9-4D79-48E7-91F1-290928966CB2}" dt="2025-12-03T20:16:19.299" v="1763" actId="1076"/>
          <ac:spMkLst>
            <pc:docMk/>
            <pc:sldMk cId="3734686869" sldId="306"/>
            <ac:spMk id="13" creationId="{030C5DF8-2035-486C-C7D8-46ECF347CB0F}"/>
          </ac:spMkLst>
        </pc:spChg>
        <pc:graphicFrameChg chg="add mod modGraphic">
          <ac:chgData name="Martinez, Isaac" userId="68c2c940-c098-47ec-9f6d-deb8461de417" providerId="ADAL" clId="{1DF3FED9-4D79-48E7-91F1-290928966CB2}" dt="2025-12-03T20:16:50.920" v="1767" actId="1076"/>
          <ac:graphicFrameMkLst>
            <pc:docMk/>
            <pc:sldMk cId="3734686869" sldId="306"/>
            <ac:graphicFrameMk id="4" creationId="{C45B0BD5-2D83-33F9-A36D-D36358D143F5}"/>
          </ac:graphicFrameMkLst>
        </pc:graphicFrameChg>
        <pc:graphicFrameChg chg="add del mod modGraphic">
          <ac:chgData name="Martinez, Isaac" userId="68c2c940-c098-47ec-9f6d-deb8461de417" providerId="ADAL" clId="{1DF3FED9-4D79-48E7-91F1-290928966CB2}" dt="2025-12-03T20:17:58.495" v="1773" actId="1076"/>
          <ac:graphicFrameMkLst>
            <pc:docMk/>
            <pc:sldMk cId="3734686869" sldId="306"/>
            <ac:graphicFrameMk id="12" creationId="{82D71E4A-858F-44B0-B84B-78C55680F063}"/>
          </ac:graphicFrameMkLst>
        </pc:graphicFrameChg>
      </pc:sldChg>
      <pc:sldChg chg="addSp delSp modSp add mod ord modClrScheme chgLayout">
        <pc:chgData name="Martinez, Isaac" userId="68c2c940-c098-47ec-9f6d-deb8461de417" providerId="ADAL" clId="{1DF3FED9-4D79-48E7-91F1-290928966CB2}" dt="2025-12-03T20:30:33.314" v="2395" actId="20577"/>
        <pc:sldMkLst>
          <pc:docMk/>
          <pc:sldMk cId="1668783873" sldId="308"/>
        </pc:sldMkLst>
        <pc:spChg chg="mod">
          <ac:chgData name="Martinez, Isaac" userId="68c2c940-c098-47ec-9f6d-deb8461de417" providerId="ADAL" clId="{1DF3FED9-4D79-48E7-91F1-290928966CB2}" dt="2025-12-03T20:26:24.160" v="2305"/>
          <ac:spMkLst>
            <pc:docMk/>
            <pc:sldMk cId="1668783873" sldId="308"/>
            <ac:spMk id="5" creationId="{34E52D6C-F99F-29D5-9669-CEA9ADA09FFC}"/>
          </ac:spMkLst>
        </pc:spChg>
        <pc:spChg chg="mod">
          <ac:chgData name="Martinez, Isaac" userId="68c2c940-c098-47ec-9f6d-deb8461de417" providerId="ADAL" clId="{1DF3FED9-4D79-48E7-91F1-290928966CB2}" dt="2025-12-03T20:30:33.314" v="2395" actId="20577"/>
          <ac:spMkLst>
            <pc:docMk/>
            <pc:sldMk cId="1668783873" sldId="308"/>
            <ac:spMk id="6" creationId="{9A4A2EE6-2236-ECCA-B3C9-D7C1C41FF97D}"/>
          </ac:spMkLst>
        </pc:spChg>
        <pc:picChg chg="add mod">
          <ac:chgData name="Martinez, Isaac" userId="68c2c940-c098-47ec-9f6d-deb8461de417" providerId="ADAL" clId="{1DF3FED9-4D79-48E7-91F1-290928966CB2}" dt="2025-12-03T20:27:03.966" v="2318" actId="1076"/>
          <ac:picMkLst>
            <pc:docMk/>
            <pc:sldMk cId="1668783873" sldId="308"/>
            <ac:picMk id="1028" creationId="{D637FC0C-E6F3-9F96-ACAE-2EE4FA731F36}"/>
          </ac:picMkLst>
        </pc:picChg>
      </pc:sldChg>
      <pc:sldChg chg="addSp delSp modSp add mod modNotes modNotesTx">
        <pc:chgData name="Martinez, Isaac" userId="68c2c940-c098-47ec-9f6d-deb8461de417" providerId="ADAL" clId="{1DF3FED9-4D79-48E7-91F1-290928966CB2}" dt="2025-12-04T00:03:39.376" v="5470" actId="207"/>
        <pc:sldMkLst>
          <pc:docMk/>
          <pc:sldMk cId="3702160114" sldId="309"/>
        </pc:sldMkLst>
        <pc:spChg chg="mod">
          <ac:chgData name="Martinez, Isaac" userId="68c2c940-c098-47ec-9f6d-deb8461de417" providerId="ADAL" clId="{1DF3FED9-4D79-48E7-91F1-290928966CB2}" dt="2025-12-03T23:12:40.564" v="4205"/>
          <ac:spMkLst>
            <pc:docMk/>
            <pc:sldMk cId="3702160114" sldId="309"/>
            <ac:spMk id="5" creationId="{A0158A62-600E-06BF-AEB2-0FC2714C375E}"/>
          </ac:spMkLst>
        </pc:spChg>
        <pc:spChg chg="mod">
          <ac:chgData name="Martinez, Isaac" userId="68c2c940-c098-47ec-9f6d-deb8461de417" providerId="ADAL" clId="{1DF3FED9-4D79-48E7-91F1-290928966CB2}" dt="2025-12-03T20:51:52.857" v="2880" actId="14100"/>
          <ac:spMkLst>
            <pc:docMk/>
            <pc:sldMk cId="3702160114" sldId="309"/>
            <ac:spMk id="6" creationId="{523FB617-F41E-DF90-11A5-0131C7F39D8E}"/>
          </ac:spMkLst>
        </pc:spChg>
        <pc:spChg chg="add mod">
          <ac:chgData name="Martinez, Isaac" userId="68c2c940-c098-47ec-9f6d-deb8461de417" providerId="ADAL" clId="{1DF3FED9-4D79-48E7-91F1-290928966CB2}" dt="2025-12-03T20:55:00.589" v="2887" actId="14100"/>
          <ac:spMkLst>
            <pc:docMk/>
            <pc:sldMk cId="3702160114" sldId="309"/>
            <ac:spMk id="7" creationId="{C51A3D2D-30E6-F4DC-AF1C-408884535E8C}"/>
          </ac:spMkLst>
        </pc:spChg>
        <pc:spChg chg="add mod">
          <ac:chgData name="Martinez, Isaac" userId="68c2c940-c098-47ec-9f6d-deb8461de417" providerId="ADAL" clId="{1DF3FED9-4D79-48E7-91F1-290928966CB2}" dt="2025-12-03T21:04:34.554" v="2995" actId="14100"/>
          <ac:spMkLst>
            <pc:docMk/>
            <pc:sldMk cId="3702160114" sldId="309"/>
            <ac:spMk id="9" creationId="{4EDD5DEA-2F35-8B42-CE81-A3FBFE6391E7}"/>
          </ac:spMkLst>
        </pc:spChg>
        <pc:graphicFrameChg chg="add mod modGraphic">
          <ac:chgData name="Martinez, Isaac" userId="68c2c940-c098-47ec-9f6d-deb8461de417" providerId="ADAL" clId="{1DF3FED9-4D79-48E7-91F1-290928966CB2}" dt="2025-12-04T00:03:32.381" v="5469" actId="207"/>
          <ac:graphicFrameMkLst>
            <pc:docMk/>
            <pc:sldMk cId="3702160114" sldId="309"/>
            <ac:graphicFrameMk id="4" creationId="{8C6E1741-3223-FDA6-463F-0C6332D9F5C6}"/>
          </ac:graphicFrameMkLst>
        </pc:graphicFrameChg>
        <pc:graphicFrameChg chg="add mod modGraphic">
          <ac:chgData name="Martinez, Isaac" userId="68c2c940-c098-47ec-9f6d-deb8461de417" providerId="ADAL" clId="{1DF3FED9-4D79-48E7-91F1-290928966CB2}" dt="2025-12-04T00:03:39.376" v="5470" actId="207"/>
          <ac:graphicFrameMkLst>
            <pc:docMk/>
            <pc:sldMk cId="3702160114" sldId="309"/>
            <ac:graphicFrameMk id="8" creationId="{BD5F4492-5CFF-830C-8A17-E09EF7ECA8DF}"/>
          </ac:graphicFrameMkLst>
        </pc:graphicFrameChg>
      </pc:sldChg>
      <pc:sldChg chg="addSp delSp modSp add mod ord">
        <pc:chgData name="Martinez, Isaac" userId="68c2c940-c098-47ec-9f6d-deb8461de417" providerId="ADAL" clId="{1DF3FED9-4D79-48E7-91F1-290928966CB2}" dt="2025-12-04T18:54:20.432" v="7517" actId="20577"/>
        <pc:sldMkLst>
          <pc:docMk/>
          <pc:sldMk cId="2929489447" sldId="310"/>
        </pc:sldMkLst>
        <pc:spChg chg="mod">
          <ac:chgData name="Martinez, Isaac" userId="68c2c940-c098-47ec-9f6d-deb8461de417" providerId="ADAL" clId="{1DF3FED9-4D79-48E7-91F1-290928966CB2}" dt="2025-12-03T23:12:40.564" v="4205"/>
          <ac:spMkLst>
            <pc:docMk/>
            <pc:sldMk cId="2929489447" sldId="310"/>
            <ac:spMk id="5" creationId="{F72A27B4-6C80-27B2-4AE8-2E57F1A989DA}"/>
          </ac:spMkLst>
        </pc:spChg>
        <pc:spChg chg="mod">
          <ac:chgData name="Martinez, Isaac" userId="68c2c940-c098-47ec-9f6d-deb8461de417" providerId="ADAL" clId="{1DF3FED9-4D79-48E7-91F1-290928966CB2}" dt="2025-12-04T18:54:20.432" v="7517" actId="20577"/>
          <ac:spMkLst>
            <pc:docMk/>
            <pc:sldMk cId="2929489447" sldId="310"/>
            <ac:spMk id="6" creationId="{4809418D-523C-3166-C217-94FCE9D877FF}"/>
          </ac:spMkLst>
        </pc:spChg>
        <pc:spChg chg="add mod">
          <ac:chgData name="Martinez, Isaac" userId="68c2c940-c098-47ec-9f6d-deb8461de417" providerId="ADAL" clId="{1DF3FED9-4D79-48E7-91F1-290928966CB2}" dt="2025-12-03T21:37:27.730" v="3673" actId="14100"/>
          <ac:spMkLst>
            <pc:docMk/>
            <pc:sldMk cId="2929489447" sldId="310"/>
            <ac:spMk id="7" creationId="{86681C5F-13BE-A500-8ADE-AAE443147100}"/>
          </ac:spMkLst>
        </pc:spChg>
      </pc:sldChg>
      <pc:sldChg chg="addSp delSp modSp add mod modNotesTx">
        <pc:chgData name="Martinez, Isaac" userId="68c2c940-c098-47ec-9f6d-deb8461de417" providerId="ADAL" clId="{1DF3FED9-4D79-48E7-91F1-290928966CB2}" dt="2025-12-03T23:12:40.564" v="4205"/>
        <pc:sldMkLst>
          <pc:docMk/>
          <pc:sldMk cId="3158049988" sldId="311"/>
        </pc:sldMkLst>
        <pc:spChg chg="add">
          <ac:chgData name="Martinez, Isaac" userId="68c2c940-c098-47ec-9f6d-deb8461de417" providerId="ADAL" clId="{1DF3FED9-4D79-48E7-91F1-290928966CB2}" dt="2025-12-03T21:44:51.108" v="4081"/>
          <ac:spMkLst>
            <pc:docMk/>
            <pc:sldMk cId="3158049988" sldId="311"/>
            <ac:spMk id="2" creationId="{6C0802A5-9D2E-E3D1-DC46-EFCBC7232126}"/>
          </ac:spMkLst>
        </pc:spChg>
        <pc:spChg chg="mod">
          <ac:chgData name="Martinez, Isaac" userId="68c2c940-c098-47ec-9f6d-deb8461de417" providerId="ADAL" clId="{1DF3FED9-4D79-48E7-91F1-290928966CB2}" dt="2025-12-03T23:12:40.564" v="4205"/>
          <ac:spMkLst>
            <pc:docMk/>
            <pc:sldMk cId="3158049988" sldId="311"/>
            <ac:spMk id="5" creationId="{BF605764-BB23-6BA9-5E6A-FBD61C9BA58D}"/>
          </ac:spMkLst>
        </pc:spChg>
        <pc:picChg chg="add mod">
          <ac:chgData name="Martinez, Isaac" userId="68c2c940-c098-47ec-9f6d-deb8461de417" providerId="ADAL" clId="{1DF3FED9-4D79-48E7-91F1-290928966CB2}" dt="2025-12-03T21:45:16.586" v="4085" actId="14100"/>
          <ac:picMkLst>
            <pc:docMk/>
            <pc:sldMk cId="3158049988" sldId="311"/>
            <ac:picMk id="3" creationId="{D0BABABD-E07F-9995-9A2A-D02A34CF2BF0}"/>
          </ac:picMkLst>
        </pc:picChg>
      </pc:sldChg>
      <pc:sldChg chg="modSp add mod">
        <pc:chgData name="Martinez, Isaac" userId="68c2c940-c098-47ec-9f6d-deb8461de417" providerId="ADAL" clId="{1DF3FED9-4D79-48E7-91F1-290928966CB2}" dt="2025-12-04T04:20:42.079" v="7352" actId="255"/>
        <pc:sldMkLst>
          <pc:docMk/>
          <pc:sldMk cId="1809607059" sldId="313"/>
        </pc:sldMkLst>
        <pc:spChg chg="mod">
          <ac:chgData name="Martinez, Isaac" userId="68c2c940-c098-47ec-9f6d-deb8461de417" providerId="ADAL" clId="{1DF3FED9-4D79-48E7-91F1-290928966CB2}" dt="2025-12-04T04:20:42.079" v="7352" actId="255"/>
          <ac:spMkLst>
            <pc:docMk/>
            <pc:sldMk cId="1809607059" sldId="313"/>
            <ac:spMk id="6" creationId="{9EACB5E9-113C-BA7A-5B8A-37D7D7C86B5C}"/>
          </ac:spMkLst>
        </pc:spChg>
      </pc:sldChg>
      <pc:sldChg chg="modSp add mod">
        <pc:chgData name="Martinez, Isaac" userId="68c2c940-c098-47ec-9f6d-deb8461de417" providerId="ADAL" clId="{1DF3FED9-4D79-48E7-91F1-290928966CB2}" dt="2025-12-04T04:20:22.032" v="7351" actId="20577"/>
        <pc:sldMkLst>
          <pc:docMk/>
          <pc:sldMk cId="1466476052" sldId="314"/>
        </pc:sldMkLst>
        <pc:spChg chg="mod">
          <ac:chgData name="Martinez, Isaac" userId="68c2c940-c098-47ec-9f6d-deb8461de417" providerId="ADAL" clId="{1DF3FED9-4D79-48E7-91F1-290928966CB2}" dt="2025-12-04T04:20:22.032" v="7351" actId="20577"/>
          <ac:spMkLst>
            <pc:docMk/>
            <pc:sldMk cId="1466476052" sldId="314"/>
            <ac:spMk id="6" creationId="{58F3743C-231B-745C-6236-9FE93395AAE3}"/>
          </ac:spMkLst>
        </pc:spChg>
      </pc:sldChg>
      <pc:sldChg chg="addSp delSp modSp add mod">
        <pc:chgData name="Martinez, Isaac" userId="68c2c940-c098-47ec-9f6d-deb8461de417" providerId="ADAL" clId="{1DF3FED9-4D79-48E7-91F1-290928966CB2}" dt="2025-12-10T21:27:42.836" v="9507" actId="164"/>
        <pc:sldMkLst>
          <pc:docMk/>
          <pc:sldMk cId="4013348482" sldId="315"/>
        </pc:sldMkLst>
        <pc:spChg chg="add">
          <ac:chgData name="Martinez, Isaac" userId="68c2c940-c098-47ec-9f6d-deb8461de417" providerId="ADAL" clId="{1DF3FED9-4D79-48E7-91F1-290928966CB2}" dt="2025-12-04T00:24:01.872" v="6293"/>
          <ac:spMkLst>
            <pc:docMk/>
            <pc:sldMk cId="4013348482" sldId="315"/>
            <ac:spMk id="2" creationId="{BE7568CD-580A-38B5-A3EC-F7D21893F250}"/>
          </ac:spMkLst>
        </pc:spChg>
        <pc:spChg chg="add mod">
          <ac:chgData name="Martinez, Isaac" userId="68c2c940-c098-47ec-9f6d-deb8461de417" providerId="ADAL" clId="{1DF3FED9-4D79-48E7-91F1-290928966CB2}" dt="2025-12-04T00:25:22.196" v="6298"/>
          <ac:spMkLst>
            <pc:docMk/>
            <pc:sldMk cId="4013348482" sldId="315"/>
            <ac:spMk id="4" creationId="{0DA9B8A2-65A2-7306-F0C1-68B5141100AB}"/>
          </ac:spMkLst>
        </pc:spChg>
        <pc:spChg chg="mod">
          <ac:chgData name="Martinez, Isaac" userId="68c2c940-c098-47ec-9f6d-deb8461de417" providerId="ADAL" clId="{1DF3FED9-4D79-48E7-91F1-290928966CB2}" dt="2025-12-04T00:24:01.381" v="6292" actId="5793"/>
          <ac:spMkLst>
            <pc:docMk/>
            <pc:sldMk cId="4013348482" sldId="315"/>
            <ac:spMk id="6" creationId="{090967C1-CFE9-71E8-280A-7AE903A4B6A6}"/>
          </ac:spMkLst>
        </pc:spChg>
        <pc:spChg chg="add mod">
          <ac:chgData name="Martinez, Isaac" userId="68c2c940-c098-47ec-9f6d-deb8461de417" providerId="ADAL" clId="{1DF3FED9-4D79-48E7-91F1-290928966CB2}" dt="2025-12-04T00:26:49.571" v="6304"/>
          <ac:spMkLst>
            <pc:docMk/>
            <pc:sldMk cId="4013348482" sldId="315"/>
            <ac:spMk id="9" creationId="{F6A0D80D-2491-8B06-517C-914672E39056}"/>
          </ac:spMkLst>
        </pc:spChg>
        <pc:spChg chg="add mod">
          <ac:chgData name="Martinez, Isaac" userId="68c2c940-c098-47ec-9f6d-deb8461de417" providerId="ADAL" clId="{1DF3FED9-4D79-48E7-91F1-290928966CB2}" dt="2025-12-04T00:26:57.257" v="6305"/>
          <ac:spMkLst>
            <pc:docMk/>
            <pc:sldMk cId="4013348482" sldId="315"/>
            <ac:spMk id="10" creationId="{40BCB812-CE01-9BD3-329C-260FF40C07D1}"/>
          </ac:spMkLst>
        </pc:spChg>
        <pc:spChg chg="add mod">
          <ac:chgData name="Martinez, Isaac" userId="68c2c940-c098-47ec-9f6d-deb8461de417" providerId="ADAL" clId="{1DF3FED9-4D79-48E7-91F1-290928966CB2}" dt="2025-12-10T21:27:42.836" v="9507" actId="164"/>
          <ac:spMkLst>
            <pc:docMk/>
            <pc:sldMk cId="4013348482" sldId="315"/>
            <ac:spMk id="12" creationId="{5CD368AE-CCA3-B625-035B-1E4051A9E016}"/>
          </ac:spMkLst>
        </pc:spChg>
        <pc:spChg chg="add mod">
          <ac:chgData name="Martinez, Isaac" userId="68c2c940-c098-47ec-9f6d-deb8461de417" providerId="ADAL" clId="{1DF3FED9-4D79-48E7-91F1-290928966CB2}" dt="2025-12-10T21:27:42.836" v="9507" actId="164"/>
          <ac:spMkLst>
            <pc:docMk/>
            <pc:sldMk cId="4013348482" sldId="315"/>
            <ac:spMk id="13" creationId="{3B38E084-A7E5-2633-76D1-869BA4AB5B0C}"/>
          </ac:spMkLst>
        </pc:spChg>
        <pc:grpChg chg="add del mod">
          <ac:chgData name="Martinez, Isaac" userId="68c2c940-c098-47ec-9f6d-deb8461de417" providerId="ADAL" clId="{1DF3FED9-4D79-48E7-91F1-290928966CB2}" dt="2025-12-10T21:23:47.182" v="9506" actId="165"/>
          <ac:grpSpMkLst>
            <pc:docMk/>
            <pc:sldMk cId="4013348482" sldId="315"/>
            <ac:grpSpMk id="3" creationId="{283F33C8-FAFF-C0BA-62E6-9BD2C08652B5}"/>
          </ac:grpSpMkLst>
        </pc:grpChg>
        <pc:grpChg chg="add mod">
          <ac:chgData name="Martinez, Isaac" userId="68c2c940-c098-47ec-9f6d-deb8461de417" providerId="ADAL" clId="{1DF3FED9-4D79-48E7-91F1-290928966CB2}" dt="2025-12-10T21:27:42.836" v="9507" actId="164"/>
          <ac:grpSpMkLst>
            <pc:docMk/>
            <pc:sldMk cId="4013348482" sldId="315"/>
            <ac:grpSpMk id="14" creationId="{D5CA2C98-DBF8-BE1A-E284-20418E6F9C55}"/>
          </ac:grpSpMkLst>
        </pc:grpChg>
        <pc:picChg chg="add mod topLvl">
          <ac:chgData name="Martinez, Isaac" userId="68c2c940-c098-47ec-9f6d-deb8461de417" providerId="ADAL" clId="{1DF3FED9-4D79-48E7-91F1-290928966CB2}" dt="2025-12-10T21:23:47.182" v="9506" actId="165"/>
          <ac:picMkLst>
            <pc:docMk/>
            <pc:sldMk cId="4013348482" sldId="315"/>
            <ac:picMk id="8" creationId="{308E64F6-0FF2-D379-D9AB-B8A0F800B1CD}"/>
          </ac:picMkLst>
        </pc:picChg>
        <pc:picChg chg="add mod topLvl">
          <ac:chgData name="Martinez, Isaac" userId="68c2c940-c098-47ec-9f6d-deb8461de417" providerId="ADAL" clId="{1DF3FED9-4D79-48E7-91F1-290928966CB2}" dt="2025-12-10T21:23:47.182" v="9506" actId="165"/>
          <ac:picMkLst>
            <pc:docMk/>
            <pc:sldMk cId="4013348482" sldId="315"/>
            <ac:picMk id="11" creationId="{A5F36877-7699-8719-0AFE-8367E0BEB0D5}"/>
          </ac:picMkLst>
        </pc:picChg>
      </pc:sldChg>
      <pc:sldChg chg="delSp modSp add mod">
        <pc:chgData name="Martinez, Isaac" userId="68c2c940-c098-47ec-9f6d-deb8461de417" providerId="ADAL" clId="{1DF3FED9-4D79-48E7-91F1-290928966CB2}" dt="2025-12-04T04:12:55.122" v="7229" actId="20577"/>
        <pc:sldMkLst>
          <pc:docMk/>
          <pc:sldMk cId="3976975892" sldId="316"/>
        </pc:sldMkLst>
        <pc:spChg chg="mod">
          <ac:chgData name="Martinez, Isaac" userId="68c2c940-c098-47ec-9f6d-deb8461de417" providerId="ADAL" clId="{1DF3FED9-4D79-48E7-91F1-290928966CB2}" dt="2025-12-04T00:30:39.350" v="6348" actId="20577"/>
          <ac:spMkLst>
            <pc:docMk/>
            <pc:sldMk cId="3976975892" sldId="316"/>
            <ac:spMk id="5" creationId="{42EB98FC-C3A4-C695-0B56-6E7B08ECF624}"/>
          </ac:spMkLst>
        </pc:spChg>
        <pc:spChg chg="mod">
          <ac:chgData name="Martinez, Isaac" userId="68c2c940-c098-47ec-9f6d-deb8461de417" providerId="ADAL" clId="{1DF3FED9-4D79-48E7-91F1-290928966CB2}" dt="2025-12-04T04:12:55.122" v="7229" actId="20577"/>
          <ac:spMkLst>
            <pc:docMk/>
            <pc:sldMk cId="3976975892" sldId="316"/>
            <ac:spMk id="6" creationId="{F1E94017-26A3-2155-4014-FFC3C049ECF4}"/>
          </ac:spMkLst>
        </pc:spChg>
      </pc:sldChg>
      <pc:sldChg chg="modSp add mod">
        <pc:chgData name="Martinez, Isaac" userId="68c2c940-c098-47ec-9f6d-deb8461de417" providerId="ADAL" clId="{1DF3FED9-4D79-48E7-91F1-290928966CB2}" dt="2025-12-04T19:03:33.756" v="7663" actId="20577"/>
        <pc:sldMkLst>
          <pc:docMk/>
          <pc:sldMk cId="2918703676" sldId="317"/>
        </pc:sldMkLst>
        <pc:spChg chg="mod">
          <ac:chgData name="Martinez, Isaac" userId="68c2c940-c098-47ec-9f6d-deb8461de417" providerId="ADAL" clId="{1DF3FED9-4D79-48E7-91F1-290928966CB2}" dt="2025-12-04T19:03:33.756" v="7663" actId="20577"/>
          <ac:spMkLst>
            <pc:docMk/>
            <pc:sldMk cId="2918703676" sldId="317"/>
            <ac:spMk id="6" creationId="{6E6F496D-95EA-C6AD-6488-9363C550EAB4}"/>
          </ac:spMkLst>
        </pc:spChg>
      </pc:sldChg>
      <pc:sldChg chg="modSp add mod">
        <pc:chgData name="Martinez, Isaac" userId="68c2c940-c098-47ec-9f6d-deb8461de417" providerId="ADAL" clId="{1DF3FED9-4D79-48E7-91F1-290928966CB2}" dt="2025-12-04T20:22:17.203" v="9409"/>
        <pc:sldMkLst>
          <pc:docMk/>
          <pc:sldMk cId="2113093957" sldId="319"/>
        </pc:sldMkLst>
        <pc:spChg chg="mod">
          <ac:chgData name="Martinez, Isaac" userId="68c2c940-c098-47ec-9f6d-deb8461de417" providerId="ADAL" clId="{1DF3FED9-4D79-48E7-91F1-290928966CB2}" dt="2025-12-04T04:33:12.924" v="7412" actId="20577"/>
          <ac:spMkLst>
            <pc:docMk/>
            <pc:sldMk cId="2113093957" sldId="319"/>
            <ac:spMk id="5" creationId="{6C29479A-48D8-CB25-4F8E-B8E2B08E8DC0}"/>
          </ac:spMkLst>
        </pc:spChg>
        <pc:spChg chg="mod">
          <ac:chgData name="Martinez, Isaac" userId="68c2c940-c098-47ec-9f6d-deb8461de417" providerId="ADAL" clId="{1DF3FED9-4D79-48E7-91F1-290928966CB2}" dt="2025-12-04T20:22:17.203" v="9409"/>
          <ac:spMkLst>
            <pc:docMk/>
            <pc:sldMk cId="2113093957" sldId="319"/>
            <ac:spMk id="6" creationId="{1222771C-7FEE-6302-16C1-AECA37350359}"/>
          </ac:spMkLst>
        </pc:spChg>
      </pc:sldChg>
      <pc:sldChg chg="addSp delSp modSp add mod ord chgLayout modNotesTx">
        <pc:chgData name="Martinez, Isaac" userId="68c2c940-c098-47ec-9f6d-deb8461de417" providerId="ADAL" clId="{1DF3FED9-4D79-48E7-91F1-290928966CB2}" dt="2025-12-04T19:15:53.511" v="8415" actId="1076"/>
        <pc:sldMkLst>
          <pc:docMk/>
          <pc:sldMk cId="1284436227" sldId="335"/>
        </pc:sldMkLst>
        <pc:spChg chg="add del mod ord">
          <ac:chgData name="Martinez, Isaac" userId="68c2c940-c098-47ec-9f6d-deb8461de417" providerId="ADAL" clId="{1DF3FED9-4D79-48E7-91F1-290928966CB2}" dt="2025-12-04T19:15:06.566" v="8406" actId="15"/>
          <ac:spMkLst>
            <pc:docMk/>
            <pc:sldMk cId="1284436227" sldId="335"/>
            <ac:spMk id="2" creationId="{E9B5E78C-1C14-E801-1AE2-829FC4578D6B}"/>
          </ac:spMkLst>
        </pc:spChg>
        <pc:spChg chg="mod ord">
          <ac:chgData name="Martinez, Isaac" userId="68c2c940-c098-47ec-9f6d-deb8461de417" providerId="ADAL" clId="{1DF3FED9-4D79-48E7-91F1-290928966CB2}" dt="2025-12-04T19:06:02.134" v="7718" actId="14100"/>
          <ac:spMkLst>
            <pc:docMk/>
            <pc:sldMk cId="1284436227" sldId="335"/>
            <ac:spMk id="5" creationId="{F0925E25-781B-B52D-D2ED-582F9FFEEF14}"/>
          </ac:spMkLst>
        </pc:spChg>
        <pc:spChg chg="add mod">
          <ac:chgData name="Martinez, Isaac" userId="68c2c940-c098-47ec-9f6d-deb8461de417" providerId="ADAL" clId="{1DF3FED9-4D79-48E7-91F1-290928966CB2}" dt="2025-12-04T19:15:11.832" v="8407"/>
          <ac:spMkLst>
            <pc:docMk/>
            <pc:sldMk cId="1284436227" sldId="335"/>
            <ac:spMk id="12" creationId="{02AEF3D3-4136-C4CF-E015-9B1DB8D499A9}"/>
          </ac:spMkLst>
        </pc:spChg>
        <pc:picChg chg="add mod">
          <ac:chgData name="Martinez, Isaac" userId="68c2c940-c098-47ec-9f6d-deb8461de417" providerId="ADAL" clId="{1DF3FED9-4D79-48E7-91F1-290928966CB2}" dt="2025-12-04T19:15:53.511" v="8415" actId="1076"/>
          <ac:picMkLst>
            <pc:docMk/>
            <pc:sldMk cId="1284436227" sldId="335"/>
            <ac:picMk id="13" creationId="{74AF68E0-DA09-45A5-3B55-3AEE4839BD12}"/>
          </ac:picMkLst>
        </pc:picChg>
      </pc:sldChg>
      <pc:sldChg chg="addSp delSp modSp add mod">
        <pc:chgData name="Martinez, Isaac" userId="68c2c940-c098-47ec-9f6d-deb8461de417" providerId="ADAL" clId="{1DF3FED9-4D79-48E7-91F1-290928966CB2}" dt="2025-12-04T19:26:22.183" v="9404" actId="20577"/>
        <pc:sldMkLst>
          <pc:docMk/>
          <pc:sldMk cId="3862350544" sldId="336"/>
        </pc:sldMkLst>
        <pc:spChg chg="mod">
          <ac:chgData name="Martinez, Isaac" userId="68c2c940-c098-47ec-9f6d-deb8461de417" providerId="ADAL" clId="{1DF3FED9-4D79-48E7-91F1-290928966CB2}" dt="2025-12-04T19:26:22.183" v="9404" actId="20577"/>
          <ac:spMkLst>
            <pc:docMk/>
            <pc:sldMk cId="3862350544" sldId="336"/>
            <ac:spMk id="2" creationId="{67237898-115A-CA90-CF79-3FA2E6C4409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9T16:11:52.4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0,'578'0,"-425"20,521-21,-658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9T16:11:54.29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1,'1136'0,"-1119"0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9T16:11:58.2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97,'57'18,"-30"-16,-1-2,1-1,0-1,27-5,1-1,192-33,-113 22,-79 10,25-1,74-9,39 19,-176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9T16:12:00.9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39,'33'-1,"0"-3,48-10,-49 7,1 2,52-2,774 8,-843-1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9T16:12:27.5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0,'2174'134'0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9T16:12:35.4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1,'637'0,"-484"21,444-22,-444-19,-123 21,0 1,44 10,-68-11,43 4,1-1,91-6,-39-1,-6 3,-80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B3400-E42F-0598-5EC1-261D6127F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14BAA-E220-1B3F-ED44-5C6C0C9468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DCD91D-69F1-30A7-98AB-8ED420393272}"/>
              </a:ext>
            </a:extLst>
          </p:cNvPr>
          <p:cNvSpPr>
            <a:spLocks noGrp="1"/>
          </p:cNvSpPr>
          <p:nvPr>
            <p:ph type="body" idx="1"/>
          </p:nvPr>
        </p:nvSpPr>
        <p:spPr/>
        <p:txBody>
          <a:bodyPr/>
          <a:lstStyle/>
          <a:p>
            <a:pPr marL="158750" indent="0">
              <a:buNone/>
            </a:pPr>
            <a:endParaRPr lang="en-US"/>
          </a:p>
        </p:txBody>
      </p:sp>
    </p:spTree>
    <p:extLst>
      <p:ext uri="{BB962C8B-B14F-4D97-AF65-F5344CB8AC3E}">
        <p14:creationId xmlns:p14="http://schemas.microsoft.com/office/powerpoint/2010/main" val="3264144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B471-088E-FD81-F658-DE2CF0E70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25465-A459-ED5B-DF78-F31C5EEF4BD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747B34A-E951-B9F5-BC07-BF72C5FB9575}"/>
              </a:ext>
            </a:extLst>
          </p:cNvPr>
          <p:cNvSpPr>
            <a:spLocks noGrp="1"/>
          </p:cNvSpPr>
          <p:nvPr>
            <p:ph type="body" idx="1"/>
          </p:nvPr>
        </p:nvSpPr>
        <p:spPr/>
        <p:txBody>
          <a:bodyPr/>
          <a:lstStyle/>
          <a:p>
            <a:pPr marL="158750" indent="0">
              <a:buNone/>
            </a:pPr>
            <a:endParaRPr lang="en-US"/>
          </a:p>
        </p:txBody>
      </p:sp>
    </p:spTree>
    <p:extLst>
      <p:ext uri="{BB962C8B-B14F-4D97-AF65-F5344CB8AC3E}">
        <p14:creationId xmlns:p14="http://schemas.microsoft.com/office/powerpoint/2010/main" val="2011174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6140C05A-CC81-4539-907A-F906E9E0BE8A}"/>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A7E5FCF7-D3BF-7E31-EE1C-787A38B067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4D797581-6529-C883-1FCB-58241D114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36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71162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Hypothesis that the times are different are true for both</a:t>
            </a:r>
          </a:p>
          <a:p>
            <a:r>
              <a:rPr lang="en-US"/>
              <a:t>Mean diff is CR is 1.5-1.9 hours slower</a:t>
            </a:r>
          </a:p>
          <a:p>
            <a:r>
              <a:rPr lang="en-US"/>
              <a:t>Mean diff for HSR is 0.2 to 1.13 hours faster than plane</a:t>
            </a:r>
          </a:p>
        </p:txBody>
      </p:sp>
    </p:spTree>
    <p:extLst>
      <p:ext uri="{BB962C8B-B14F-4D97-AF65-F5344CB8AC3E}">
        <p14:creationId xmlns:p14="http://schemas.microsoft.com/office/powerpoint/2010/main" val="1344675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err="1"/>
              <a:t>Dist</a:t>
            </a:r>
            <a:r>
              <a:rPr lang="en-US"/>
              <a:t> estimate is positive for both, meaning rail across the board does worse the longer the trip is. This is consistent with the idea of it being good for short-mid range</a:t>
            </a:r>
          </a:p>
          <a:p>
            <a:r>
              <a:rPr lang="en-US"/>
              <a:t>Heteroskedasticity (Shapiro wilk) – longer trips increase the variance of the flight time because there are more chances for things like turbulence to occur or to not occur (flight going well or not matters more the longer it goes on)</a:t>
            </a:r>
          </a:p>
          <a:p>
            <a:endParaRPr lang="en-US"/>
          </a:p>
        </p:txBody>
      </p:sp>
    </p:spTree>
    <p:extLst>
      <p:ext uri="{BB962C8B-B14F-4D97-AF65-F5344CB8AC3E}">
        <p14:creationId xmlns:p14="http://schemas.microsoft.com/office/powerpoint/2010/main" val="245520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Took some of the most common short-mid range flights in the US</a:t>
            </a:r>
          </a:p>
          <a:p>
            <a:r>
              <a:rPr lang="en-US"/>
              <a:t>Notably, Conventional rail was still faster for DEN-COS which is very common for connections. This might suggest that for going to smaller places in the US even CR would be an upgrade. For instance, many people who want to fly in to </a:t>
            </a:r>
            <a:r>
              <a:rPr lang="en-US" err="1"/>
              <a:t>cstat</a:t>
            </a:r>
            <a:r>
              <a:rPr lang="en-US"/>
              <a:t> end up doing a connection from Dallas or </a:t>
            </a:r>
            <a:r>
              <a:rPr lang="en-US" err="1"/>
              <a:t>austin</a:t>
            </a:r>
            <a:r>
              <a:rPr lang="en-US"/>
              <a:t> which could be a good conventional railway</a:t>
            </a:r>
          </a:p>
          <a:p>
            <a:r>
              <a:rPr lang="en-US"/>
              <a:t>HSR CI for LAX-SFO includes 1, meaning we cant say with 95% confidence it will be faster. This makes sense as it is the longest route we extrapolated for and as we saw earlier with the parameter estimate rail gets worse the longer the route is</a:t>
            </a:r>
          </a:p>
          <a:p>
            <a:endParaRPr lang="en-US"/>
          </a:p>
        </p:txBody>
      </p:sp>
    </p:spTree>
    <p:extLst>
      <p:ext uri="{BB962C8B-B14F-4D97-AF65-F5344CB8AC3E}">
        <p14:creationId xmlns:p14="http://schemas.microsoft.com/office/powerpoint/2010/main" val="2670978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6E72BB94-DDC1-11EA-B004-313F496D5C83}"/>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83D6A5F0-425A-2A6A-5E63-5F86AFD50F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10ED96A4-DF0A-9C82-690C-AEED1D73F8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68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a:solidFill>
                  <a:srgbClr val="000000"/>
                </a:solidFill>
                <a:effectLst/>
                <a:latin typeface="Arial"/>
                <a:ea typeface="Arial"/>
                <a:cs typeface="Arial"/>
                <a:sym typeface="Arial"/>
              </a:rPr>
              <a:t>Not every country has data on all three modes of transport data each year. Most countries have data for road and rail transport from 1990 to 2003, but for air transport, some countries started reporting as late as 2008. </a:t>
            </a:r>
          </a:p>
          <a:p>
            <a:r>
              <a:rPr lang="en-US" sz="1100" b="0" i="0" u="none" strike="noStrike" cap="none">
                <a:solidFill>
                  <a:srgbClr val="000000"/>
                </a:solidFill>
                <a:effectLst/>
                <a:latin typeface="Arial"/>
                <a:ea typeface="Arial"/>
                <a:cs typeface="Arial"/>
                <a:sym typeface="Arial"/>
              </a:rPr>
              <a:t>The trends over time are still noticeable, however</a:t>
            </a:r>
            <a:endParaRPr lang="en-US"/>
          </a:p>
        </p:txBody>
      </p:sp>
    </p:spTree>
    <p:extLst>
      <p:ext uri="{BB962C8B-B14F-4D97-AF65-F5344CB8AC3E}">
        <p14:creationId xmlns:p14="http://schemas.microsoft.com/office/powerpoint/2010/main" val="2955204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1950-ACA7-3362-B8EC-63EA824CF0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966C1-5952-5DB4-E3BC-AD546ACDCD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31B011-FFA0-C319-0401-48BA4F4575E4}"/>
              </a:ext>
            </a:extLst>
          </p:cNvPr>
          <p:cNvSpPr>
            <a:spLocks noGrp="1"/>
          </p:cNvSpPr>
          <p:nvPr>
            <p:ph type="body" idx="1"/>
          </p:nvPr>
        </p:nvSpPr>
        <p:spPr/>
        <p:txBody>
          <a:bodyPr/>
          <a:lstStyle/>
          <a:p>
            <a:r>
              <a:rPr lang="en-US" sz="1100" b="0" i="0" u="none" strike="noStrike" cap="none">
                <a:solidFill>
                  <a:srgbClr val="000000"/>
                </a:solidFill>
                <a:effectLst/>
                <a:latin typeface="Arial"/>
                <a:ea typeface="Arial"/>
                <a:cs typeface="Arial"/>
                <a:sym typeface="Arial"/>
              </a:rPr>
              <a:t>we perform one-sided t-tests with an alternative hypothesis of the difference being greater than 0.While there is complete data for about 20 years, we will only observe a select group of “interesting” years.</a:t>
            </a:r>
          </a:p>
          <a:p>
            <a:r>
              <a:rPr lang="en-US"/>
              <a:t>We see that despite there being large mean differences, sometimes well in the hundreds, the difference is not significant. </a:t>
            </a:r>
          </a:p>
        </p:txBody>
      </p:sp>
    </p:spTree>
    <p:extLst>
      <p:ext uri="{BB962C8B-B14F-4D97-AF65-F5344CB8AC3E}">
        <p14:creationId xmlns:p14="http://schemas.microsoft.com/office/powerpoint/2010/main" val="1037797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We move to Modeling</a:t>
            </a:r>
          </a:p>
          <a:p>
            <a:r>
              <a:rPr lang="en-US"/>
              <a:t>Don’t want to spend too much time discussing these models</a:t>
            </a:r>
          </a:p>
        </p:txBody>
      </p:sp>
    </p:spTree>
    <p:extLst>
      <p:ext uri="{BB962C8B-B14F-4D97-AF65-F5344CB8AC3E}">
        <p14:creationId xmlns:p14="http://schemas.microsoft.com/office/powerpoint/2010/main" val="3681049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Justification</a:t>
            </a:r>
          </a:p>
          <a:p>
            <a:pPr lvl="1"/>
            <a:r>
              <a:rPr lang="en-US"/>
              <a:t>Mode effects are estimated </a:t>
            </a:r>
            <a:r>
              <a:rPr lang="en-US" i="1"/>
              <a:t>globally</a:t>
            </a:r>
            <a:r>
              <a:rPr lang="en-US"/>
              <a:t>, not within each country</a:t>
            </a:r>
          </a:p>
          <a:p>
            <a:pPr lvl="1"/>
            <a:r>
              <a:rPr lang="en-US"/>
              <a:t>Each country still identifies its random intercept </a:t>
            </a:r>
          </a:p>
        </p:txBody>
      </p:sp>
    </p:spTree>
    <p:extLst>
      <p:ext uri="{BB962C8B-B14F-4D97-AF65-F5344CB8AC3E}">
        <p14:creationId xmlns:p14="http://schemas.microsoft.com/office/powerpoint/2010/main" val="1117698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a:extLst>
            <a:ext uri="{FF2B5EF4-FFF2-40B4-BE49-F238E27FC236}">
              <a16:creationId xmlns:a16="http://schemas.microsoft.com/office/drawing/2014/main" id="{B05671CF-14AC-6B5E-B316-5CD2BD19425C}"/>
            </a:ext>
          </a:extLst>
        </p:cNvPr>
        <p:cNvGrpSpPr/>
        <p:nvPr/>
      </p:nvGrpSpPr>
      <p:grpSpPr>
        <a:xfrm>
          <a:off x="0" y="0"/>
          <a:ext cx="0" cy="0"/>
          <a:chOff x="0" y="0"/>
          <a:chExt cx="0" cy="0"/>
        </a:xfrm>
      </p:grpSpPr>
      <p:sp>
        <p:nvSpPr>
          <p:cNvPr id="807" name="Google Shape;807;ge1d838b627_4_0:notes">
            <a:extLst>
              <a:ext uri="{FF2B5EF4-FFF2-40B4-BE49-F238E27FC236}">
                <a16:creationId xmlns:a16="http://schemas.microsoft.com/office/drawing/2014/main" id="{4761CD8A-C69A-8827-9A51-AB27AC6DB6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a:extLst>
              <a:ext uri="{FF2B5EF4-FFF2-40B4-BE49-F238E27FC236}">
                <a16:creationId xmlns:a16="http://schemas.microsoft.com/office/drawing/2014/main" id="{E45A67B5-5143-98C2-3B2D-F3FBFEFB33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0564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Road is always higher</a:t>
            </a:r>
          </a:p>
          <a:p>
            <a:r>
              <a:rPr lang="en-US"/>
              <a:t>Global peak in 2011 – this is due to extra countries reporting in this year specifically. Why? I couldn’t tell you</a:t>
            </a:r>
          </a:p>
          <a:p>
            <a:r>
              <a:rPr lang="en-US"/>
              <a:t>Bump in 2020 in rail volume </a:t>
            </a:r>
            <a:r>
              <a:rPr lang="en-US" err="1"/>
              <a:t>bc</a:t>
            </a:r>
            <a:r>
              <a:rPr lang="en-US"/>
              <a:t> high traffic railways were shut down for covid</a:t>
            </a:r>
          </a:p>
        </p:txBody>
      </p:sp>
    </p:spTree>
    <p:extLst>
      <p:ext uri="{BB962C8B-B14F-4D97-AF65-F5344CB8AC3E}">
        <p14:creationId xmlns:p14="http://schemas.microsoft.com/office/powerpoint/2010/main" val="318855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Richer on the left side (safest rail) and higher population</a:t>
            </a:r>
          </a:p>
          <a:p>
            <a:r>
              <a:rPr lang="en-US"/>
              <a:t>Higher </a:t>
            </a:r>
            <a:r>
              <a:rPr lang="en-US" err="1"/>
              <a:t>gdp</a:t>
            </a:r>
            <a:r>
              <a:rPr lang="en-US"/>
              <a:t> = more money to spend on infrastructure</a:t>
            </a:r>
          </a:p>
          <a:p>
            <a:r>
              <a:rPr lang="en-US"/>
              <a:t>Poorer on the right side</a:t>
            </a:r>
          </a:p>
          <a:p>
            <a:r>
              <a:rPr lang="en-US"/>
              <a:t>Small population = the smaller country population means less demand meaning it matters much less for those countries to invest into public transport</a:t>
            </a:r>
          </a:p>
        </p:txBody>
      </p:sp>
    </p:spTree>
    <p:extLst>
      <p:ext uri="{BB962C8B-B14F-4D97-AF65-F5344CB8AC3E}">
        <p14:creationId xmlns:p14="http://schemas.microsoft.com/office/powerpoint/2010/main" val="3575878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T-test for mu greater than 1 </a:t>
            </a:r>
            <a:r>
              <a:rPr lang="en-US" err="1"/>
              <a:t>bc</a:t>
            </a:r>
            <a:r>
              <a:rPr lang="en-US"/>
              <a:t> if =1 then that means rail and road are the same safety</a:t>
            </a:r>
          </a:p>
          <a:p>
            <a:r>
              <a:rPr lang="en-US"/>
              <a:t>Talk about the years</a:t>
            </a:r>
          </a:p>
        </p:txBody>
      </p:sp>
    </p:spTree>
    <p:extLst>
      <p:ext uri="{BB962C8B-B14F-4D97-AF65-F5344CB8AC3E}">
        <p14:creationId xmlns:p14="http://schemas.microsoft.com/office/powerpoint/2010/main" val="4140085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CRI is the risk of any specific country to experience significant weather conditions</a:t>
            </a:r>
          </a:p>
          <a:p>
            <a:r>
              <a:rPr lang="en-US"/>
              <a:t>Wanted to use </a:t>
            </a:r>
            <a:r>
              <a:rPr lang="en-US" err="1"/>
              <a:t>bc</a:t>
            </a:r>
            <a:r>
              <a:rPr lang="en-US"/>
              <a:t> it accounts for environmental effects that trains might face</a:t>
            </a:r>
          </a:p>
        </p:txBody>
      </p:sp>
    </p:spTree>
    <p:extLst>
      <p:ext uri="{BB962C8B-B14F-4D97-AF65-F5344CB8AC3E}">
        <p14:creationId xmlns:p14="http://schemas.microsoft.com/office/powerpoint/2010/main" val="1920617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We use nominal </a:t>
            </a:r>
            <a:r>
              <a:rPr lang="en-US" err="1"/>
              <a:t>gdp</a:t>
            </a:r>
            <a:r>
              <a:rPr lang="en-US"/>
              <a:t> per capita </a:t>
            </a:r>
          </a:p>
          <a:p>
            <a:r>
              <a:rPr lang="en-US"/>
              <a:t>Cover the different groups</a:t>
            </a:r>
          </a:p>
          <a:p>
            <a:r>
              <a:rPr lang="en-US"/>
              <a:t>Talked about smaller populations needing rail less, but if you have more per person </a:t>
            </a:r>
            <a:r>
              <a:rPr lang="en-US" err="1"/>
              <a:t>theres</a:t>
            </a:r>
            <a:r>
              <a:rPr lang="en-US"/>
              <a:t> more to spend on things lower on the list</a:t>
            </a:r>
          </a:p>
        </p:txBody>
      </p:sp>
    </p:spTree>
    <p:extLst>
      <p:ext uri="{BB962C8B-B14F-4D97-AF65-F5344CB8AC3E}">
        <p14:creationId xmlns:p14="http://schemas.microsoft.com/office/powerpoint/2010/main" val="2172145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Go through text on the slide</a:t>
            </a:r>
          </a:p>
          <a:p>
            <a:endParaRPr lang="en-US"/>
          </a:p>
        </p:txBody>
      </p:sp>
    </p:spTree>
    <p:extLst>
      <p:ext uri="{BB962C8B-B14F-4D97-AF65-F5344CB8AC3E}">
        <p14:creationId xmlns:p14="http://schemas.microsoft.com/office/powerpoint/2010/main" val="12279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Read off slides</a:t>
            </a:r>
          </a:p>
          <a:p>
            <a:r>
              <a:rPr lang="en-US"/>
              <a:t>Fits with estimates from before (sign)</a:t>
            </a:r>
          </a:p>
        </p:txBody>
      </p:sp>
    </p:spTree>
    <p:extLst>
      <p:ext uri="{BB962C8B-B14F-4D97-AF65-F5344CB8AC3E}">
        <p14:creationId xmlns:p14="http://schemas.microsoft.com/office/powerpoint/2010/main" val="2884210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err="1"/>
              <a:t>Aic</a:t>
            </a:r>
            <a:r>
              <a:rPr lang="en-US"/>
              <a:t>, </a:t>
            </a:r>
            <a:r>
              <a:rPr lang="en-US" err="1"/>
              <a:t>bic</a:t>
            </a:r>
            <a:r>
              <a:rPr lang="en-US"/>
              <a:t> were lowest of models</a:t>
            </a:r>
          </a:p>
          <a:p>
            <a:r>
              <a:rPr lang="en-US"/>
              <a:t>Read off slides</a:t>
            </a:r>
          </a:p>
        </p:txBody>
      </p:sp>
    </p:spTree>
    <p:extLst>
      <p:ext uri="{BB962C8B-B14F-4D97-AF65-F5344CB8AC3E}">
        <p14:creationId xmlns:p14="http://schemas.microsoft.com/office/powerpoint/2010/main" val="3940819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Read off the table. The marginal shows that it would still be much safer to implement a rail system. Even more so if it was implemented in a manner similar to the countries in the EU</a:t>
            </a:r>
          </a:p>
          <a:p>
            <a:r>
              <a:rPr lang="en-US"/>
              <a:t>All of the EU’s chosen actually had positive random effects (did not show all of the </a:t>
            </a:r>
            <a:r>
              <a:rPr lang="en-US" err="1"/>
              <a:t>ranef</a:t>
            </a:r>
            <a:r>
              <a:rPr lang="en-US"/>
              <a:t> earlier)</a:t>
            </a:r>
          </a:p>
          <a:p>
            <a:r>
              <a:rPr lang="en-US"/>
              <a:t>American states have the means to create not just safe rail systems but ones that are safer than the average ones in Europe</a:t>
            </a:r>
          </a:p>
          <a:p>
            <a:r>
              <a:rPr lang="en-US"/>
              <a:t>Note that part of the reason geo takes so much of the variance is because of cultural transport difference and the US is much more passionate about cars and car infrastructure than Europe as a whole so the variance could be much higher. We don’t know</a:t>
            </a:r>
          </a:p>
          <a:p>
            <a:endParaRPr lang="en-US"/>
          </a:p>
        </p:txBody>
      </p:sp>
    </p:spTree>
    <p:extLst>
      <p:ext uri="{BB962C8B-B14F-4D97-AF65-F5344CB8AC3E}">
        <p14:creationId xmlns:p14="http://schemas.microsoft.com/office/powerpoint/2010/main" val="3192049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28" name="Google Shape;28;p4"/>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6"/>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6"/>
        <p:cNvGrpSpPr/>
        <p:nvPr/>
      </p:nvGrpSpPr>
      <p:grpSpPr>
        <a:xfrm>
          <a:off x="0" y="0"/>
          <a:ext cx="0" cy="0"/>
          <a:chOff x="0" y="0"/>
          <a:chExt cx="0" cy="0"/>
        </a:xfrm>
      </p:grpSpPr>
      <p:grpSp>
        <p:nvGrpSpPr>
          <p:cNvPr id="187" name="Google Shape;187;p7"/>
          <p:cNvGrpSpPr/>
          <p:nvPr/>
        </p:nvGrpSpPr>
        <p:grpSpPr>
          <a:xfrm flipH="1">
            <a:off x="-125295" y="3120794"/>
            <a:ext cx="9269295" cy="1715408"/>
            <a:chOff x="2477366" y="1218625"/>
            <a:chExt cx="7526833" cy="1392942"/>
          </a:xfrm>
        </p:grpSpPr>
        <p:sp>
          <p:nvSpPr>
            <p:cNvPr id="188" name="Google Shape;188;p7"/>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2477366" y="2056267"/>
              <a:ext cx="7425000" cy="55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7"/>
          <p:cNvSpPr txBox="1">
            <a:spLocks noGrp="1"/>
          </p:cNvSpPr>
          <p:nvPr>
            <p:ph type="body" idx="1"/>
          </p:nvPr>
        </p:nvSpPr>
        <p:spPr>
          <a:xfrm flipH="1">
            <a:off x="4545688" y="1584825"/>
            <a:ext cx="3705900" cy="2316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95" name="Google Shape;195;p7"/>
          <p:cNvSpPr>
            <a:spLocks noGrp="1"/>
          </p:cNvSpPr>
          <p:nvPr>
            <p:ph type="pic" idx="2"/>
          </p:nvPr>
        </p:nvSpPr>
        <p:spPr>
          <a:xfrm>
            <a:off x="892413" y="1259775"/>
            <a:ext cx="2966700" cy="2966700"/>
          </a:xfrm>
          <a:prstGeom prst="ellipse">
            <a:avLst/>
          </a:prstGeom>
          <a:noFill/>
          <a:ln w="19050" cap="flat" cmpd="sng">
            <a:solidFill>
              <a:schemeClr val="accent6"/>
            </a:solidFill>
            <a:prstDash val="solid"/>
            <a:round/>
            <a:headEnd type="none" w="sm" len="sm"/>
            <a:tailEnd type="none" w="sm" len="sm"/>
          </a:ln>
        </p:spPr>
        <p:txBody>
          <a:bodyPr/>
          <a:lstStyle/>
          <a:p>
            <a:endParaRPr lang="en-US"/>
          </a:p>
        </p:txBody>
      </p:sp>
      <p:grpSp>
        <p:nvGrpSpPr>
          <p:cNvPr id="196" name="Google Shape;196;p7"/>
          <p:cNvGrpSpPr/>
          <p:nvPr/>
        </p:nvGrpSpPr>
        <p:grpSpPr>
          <a:xfrm>
            <a:off x="8430787" y="0"/>
            <a:ext cx="1671525" cy="4544675"/>
            <a:chOff x="616750" y="-26175"/>
            <a:chExt cx="1671525" cy="4544675"/>
          </a:xfrm>
        </p:grpSpPr>
        <p:sp>
          <p:nvSpPr>
            <p:cNvPr id="197" name="Google Shape;197;p7"/>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4325" y="4544675"/>
            <a:ext cx="9191700" cy="683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9"/>
        <p:cNvGrpSpPr/>
        <p:nvPr/>
      </p:nvGrpSpPr>
      <p:grpSpPr>
        <a:xfrm>
          <a:off x="0" y="0"/>
          <a:ext cx="0" cy="0"/>
          <a:chOff x="0" y="0"/>
          <a:chExt cx="0" cy="0"/>
        </a:xfrm>
      </p:grpSpPr>
      <p:sp>
        <p:nvSpPr>
          <p:cNvPr id="230" name="Google Shape;230;p8"/>
          <p:cNvSpPr txBox="1">
            <a:spLocks noGrp="1"/>
          </p:cNvSpPr>
          <p:nvPr>
            <p:ph type="title"/>
          </p:nvPr>
        </p:nvSpPr>
        <p:spPr>
          <a:xfrm>
            <a:off x="2185850" y="599250"/>
            <a:ext cx="4772400" cy="21732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31" name="Google Shape;231;p8"/>
          <p:cNvGrpSpPr/>
          <p:nvPr/>
        </p:nvGrpSpPr>
        <p:grpSpPr>
          <a:xfrm>
            <a:off x="-50" y="2"/>
            <a:ext cx="9144022" cy="3494672"/>
            <a:chOff x="-50" y="2"/>
            <a:chExt cx="9144022" cy="3494672"/>
          </a:xfrm>
        </p:grpSpPr>
        <p:sp>
          <p:nvSpPr>
            <p:cNvPr id="232" name="Google Shape;232;p8"/>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1"/>
        <p:cNvGrpSpPr/>
        <p:nvPr/>
      </p:nvGrpSpPr>
      <p:grpSpPr>
        <a:xfrm>
          <a:off x="0" y="0"/>
          <a:ext cx="0" cy="0"/>
          <a:chOff x="0" y="0"/>
          <a:chExt cx="0" cy="0"/>
        </a:xfrm>
      </p:grpSpPr>
      <p:sp>
        <p:nvSpPr>
          <p:cNvPr id="242" name="Google Shape;242;p10"/>
          <p:cNvSpPr>
            <a:spLocks noGrp="1"/>
          </p:cNvSpPr>
          <p:nvPr>
            <p:ph type="pic" idx="2"/>
          </p:nvPr>
        </p:nvSpPr>
        <p:spPr>
          <a:xfrm>
            <a:off x="125" y="-75"/>
            <a:ext cx="9144000" cy="5143500"/>
          </a:xfrm>
          <a:prstGeom prst="rect">
            <a:avLst/>
          </a:prstGeom>
          <a:noFill/>
          <a:ln>
            <a:noFill/>
          </a:ln>
        </p:spPr>
        <p:txBody>
          <a:bodyPr/>
          <a:lstStyle/>
          <a:p>
            <a:endParaRPr lang="en-US"/>
          </a:p>
        </p:txBody>
      </p:sp>
      <p:sp>
        <p:nvSpPr>
          <p:cNvPr id="243" name="Google Shape;243;p10"/>
          <p:cNvSpPr txBox="1">
            <a:spLocks noGrp="1"/>
          </p:cNvSpPr>
          <p:nvPr>
            <p:ph type="title"/>
          </p:nvPr>
        </p:nvSpPr>
        <p:spPr>
          <a:xfrm>
            <a:off x="740550" y="3588125"/>
            <a:ext cx="7662900" cy="6939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3500"/>
              <a:buNone/>
              <a:defRPr sz="30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4"/>
        <p:cNvGrpSpPr/>
        <p:nvPr/>
      </p:nvGrpSpPr>
      <p:grpSpPr>
        <a:xfrm>
          <a:off x="0" y="0"/>
          <a:ext cx="0" cy="0"/>
          <a:chOff x="0" y="0"/>
          <a:chExt cx="0" cy="0"/>
        </a:xfrm>
      </p:grpSpPr>
      <p:grpSp>
        <p:nvGrpSpPr>
          <p:cNvPr id="245" name="Google Shape;245;p11"/>
          <p:cNvGrpSpPr/>
          <p:nvPr/>
        </p:nvGrpSpPr>
        <p:grpSpPr>
          <a:xfrm>
            <a:off x="-125295" y="3394844"/>
            <a:ext cx="9269295" cy="1775259"/>
            <a:chOff x="2477366" y="1218625"/>
            <a:chExt cx="7526833" cy="1441542"/>
          </a:xfrm>
        </p:grpSpPr>
        <p:sp>
          <p:nvSpPr>
            <p:cNvPr id="246" name="Google Shape;246;p11"/>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77366" y="2056267"/>
              <a:ext cx="7425000" cy="603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1"/>
          <p:cNvSpPr txBox="1">
            <a:spLocks noGrp="1"/>
          </p:cNvSpPr>
          <p:nvPr>
            <p:ph type="title" hasCustomPrompt="1"/>
          </p:nvPr>
        </p:nvSpPr>
        <p:spPr>
          <a:xfrm>
            <a:off x="1987500" y="780525"/>
            <a:ext cx="5169000" cy="11559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5" name="Google Shape;255;p11"/>
          <p:cNvSpPr txBox="1">
            <a:spLocks noGrp="1"/>
          </p:cNvSpPr>
          <p:nvPr>
            <p:ph type="subTitle" idx="1"/>
          </p:nvPr>
        </p:nvSpPr>
        <p:spPr>
          <a:xfrm>
            <a:off x="1987500" y="2051800"/>
            <a:ext cx="5169000" cy="3744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6" name="Google Shape;256;p11"/>
          <p:cNvSpPr/>
          <p:nvPr/>
        </p:nvSpPr>
        <p:spPr>
          <a:xfrm>
            <a:off x="-122625" y="4604000"/>
            <a:ext cx="9297600" cy="566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392795" y="4172398"/>
            <a:ext cx="1557131" cy="4316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11"/>
          <p:cNvGrpSpPr/>
          <p:nvPr/>
        </p:nvGrpSpPr>
        <p:grpSpPr>
          <a:xfrm>
            <a:off x="-348513" y="2353197"/>
            <a:ext cx="1260316" cy="2254849"/>
            <a:chOff x="-3882175" y="2494675"/>
            <a:chExt cx="1407074" cy="2517416"/>
          </a:xfrm>
        </p:grpSpPr>
        <p:sp>
          <p:nvSpPr>
            <p:cNvPr id="259" name="Google Shape;259;p1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301"/>
        <p:cNvGrpSpPr/>
        <p:nvPr/>
      </p:nvGrpSpPr>
      <p:grpSpPr>
        <a:xfrm>
          <a:off x="0" y="0"/>
          <a:ext cx="0" cy="0"/>
          <a:chOff x="0" y="0"/>
          <a:chExt cx="0" cy="0"/>
        </a:xfrm>
      </p:grpSpPr>
      <p:sp>
        <p:nvSpPr>
          <p:cNvPr id="302" name="Google Shape;302;p15"/>
          <p:cNvSpPr txBox="1">
            <a:spLocks noGrp="1"/>
          </p:cNvSpPr>
          <p:nvPr>
            <p:ph type="subTitle" idx="1"/>
          </p:nvPr>
        </p:nvSpPr>
        <p:spPr>
          <a:xfrm>
            <a:off x="1963450" y="3811600"/>
            <a:ext cx="5013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303" name="Google Shape;303;p15"/>
          <p:cNvSpPr txBox="1">
            <a:spLocks noGrp="1"/>
          </p:cNvSpPr>
          <p:nvPr>
            <p:ph type="title"/>
          </p:nvPr>
        </p:nvSpPr>
        <p:spPr>
          <a:xfrm>
            <a:off x="7151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
        <p:nvSpPr>
          <p:cNvPr id="304" name="Google Shape;304;p15"/>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5"/>
        <p:cNvGrpSpPr/>
        <p:nvPr/>
      </p:nvGrpSpPr>
      <p:grpSpPr>
        <a:xfrm>
          <a:off x="0" y="0"/>
          <a:ext cx="0" cy="0"/>
          <a:chOff x="0" y="0"/>
          <a:chExt cx="0" cy="0"/>
        </a:xfrm>
      </p:grpSpPr>
      <p:sp>
        <p:nvSpPr>
          <p:cNvPr id="316" name="Google Shape;316;p17"/>
          <p:cNvSpPr txBox="1">
            <a:spLocks noGrp="1"/>
          </p:cNvSpPr>
          <p:nvPr>
            <p:ph type="subTitle" idx="1"/>
          </p:nvPr>
        </p:nvSpPr>
        <p:spPr>
          <a:xfrm>
            <a:off x="719975"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17"/>
          <p:cNvSpPr txBox="1">
            <a:spLocks noGrp="1"/>
          </p:cNvSpPr>
          <p:nvPr>
            <p:ph type="subTitle" idx="2"/>
          </p:nvPr>
        </p:nvSpPr>
        <p:spPr>
          <a:xfrm>
            <a:off x="3419248"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7"/>
          <p:cNvSpPr txBox="1">
            <a:spLocks noGrp="1"/>
          </p:cNvSpPr>
          <p:nvPr>
            <p:ph type="subTitle" idx="3"/>
          </p:nvPr>
        </p:nvSpPr>
        <p:spPr>
          <a:xfrm>
            <a:off x="719975"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17"/>
          <p:cNvSpPr txBox="1">
            <a:spLocks noGrp="1"/>
          </p:cNvSpPr>
          <p:nvPr>
            <p:ph type="subTitle" idx="4"/>
          </p:nvPr>
        </p:nvSpPr>
        <p:spPr>
          <a:xfrm>
            <a:off x="3419248"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17"/>
          <p:cNvSpPr txBox="1">
            <a:spLocks noGrp="1"/>
          </p:cNvSpPr>
          <p:nvPr>
            <p:ph type="subTitle" idx="5"/>
          </p:nvPr>
        </p:nvSpPr>
        <p:spPr>
          <a:xfrm>
            <a:off x="6118524"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17"/>
          <p:cNvSpPr txBox="1">
            <a:spLocks noGrp="1"/>
          </p:cNvSpPr>
          <p:nvPr>
            <p:ph type="subTitle" idx="6"/>
          </p:nvPr>
        </p:nvSpPr>
        <p:spPr>
          <a:xfrm>
            <a:off x="6118524"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1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17"/>
          <p:cNvSpPr txBox="1">
            <a:spLocks noGrp="1"/>
          </p:cNvSpPr>
          <p:nvPr>
            <p:ph type="subTitle" idx="7"/>
          </p:nvPr>
        </p:nvSpPr>
        <p:spPr>
          <a:xfrm>
            <a:off x="719975"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17"/>
          <p:cNvSpPr txBox="1">
            <a:spLocks noGrp="1"/>
          </p:cNvSpPr>
          <p:nvPr>
            <p:ph type="subTitle" idx="8"/>
          </p:nvPr>
        </p:nvSpPr>
        <p:spPr>
          <a:xfrm>
            <a:off x="3419248"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17"/>
          <p:cNvSpPr txBox="1">
            <a:spLocks noGrp="1"/>
          </p:cNvSpPr>
          <p:nvPr>
            <p:ph type="subTitle" idx="9"/>
          </p:nvPr>
        </p:nvSpPr>
        <p:spPr>
          <a:xfrm>
            <a:off x="6118524"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17"/>
          <p:cNvSpPr txBox="1">
            <a:spLocks noGrp="1"/>
          </p:cNvSpPr>
          <p:nvPr>
            <p:ph type="subTitle" idx="13"/>
          </p:nvPr>
        </p:nvSpPr>
        <p:spPr>
          <a:xfrm>
            <a:off x="719975"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17"/>
          <p:cNvSpPr txBox="1">
            <a:spLocks noGrp="1"/>
          </p:cNvSpPr>
          <p:nvPr>
            <p:ph type="subTitle" idx="14"/>
          </p:nvPr>
        </p:nvSpPr>
        <p:spPr>
          <a:xfrm>
            <a:off x="3419248"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17"/>
          <p:cNvSpPr txBox="1">
            <a:spLocks noGrp="1"/>
          </p:cNvSpPr>
          <p:nvPr>
            <p:ph type="subTitle" idx="15"/>
          </p:nvPr>
        </p:nvSpPr>
        <p:spPr>
          <a:xfrm>
            <a:off x="6118524"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29" name="Google Shape;329;p17"/>
          <p:cNvGrpSpPr/>
          <p:nvPr/>
        </p:nvGrpSpPr>
        <p:grpSpPr>
          <a:xfrm>
            <a:off x="6487" y="7"/>
            <a:ext cx="795742" cy="1686809"/>
            <a:chOff x="-809850" y="445850"/>
            <a:chExt cx="1036527" cy="2197225"/>
          </a:xfrm>
        </p:grpSpPr>
        <p:sp>
          <p:nvSpPr>
            <p:cNvPr id="330" name="Google Shape;33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7"/>
          <p:cNvGrpSpPr/>
          <p:nvPr/>
        </p:nvGrpSpPr>
        <p:grpSpPr>
          <a:xfrm>
            <a:off x="8377137" y="7"/>
            <a:ext cx="795742" cy="1686809"/>
            <a:chOff x="8377137" y="7"/>
            <a:chExt cx="795742" cy="1686809"/>
          </a:xfrm>
        </p:grpSpPr>
        <p:grpSp>
          <p:nvGrpSpPr>
            <p:cNvPr id="339" name="Google Shape;339;p17"/>
            <p:cNvGrpSpPr/>
            <p:nvPr/>
          </p:nvGrpSpPr>
          <p:grpSpPr>
            <a:xfrm>
              <a:off x="8377137" y="7"/>
              <a:ext cx="795742" cy="1686809"/>
              <a:chOff x="-809850" y="445850"/>
              <a:chExt cx="1036527" cy="2197225"/>
            </a:xfrm>
          </p:grpSpPr>
          <p:sp>
            <p:nvSpPr>
              <p:cNvPr id="340" name="Google Shape;34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7"/>
            <p:cNvSpPr/>
            <p:nvPr/>
          </p:nvSpPr>
          <p:spPr>
            <a:xfrm rot="5400000">
              <a:off x="8681938" y="121353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48"/>
        <p:cNvGrpSpPr/>
        <p:nvPr/>
      </p:nvGrpSpPr>
      <p:grpSpPr>
        <a:xfrm>
          <a:off x="0" y="0"/>
          <a:ext cx="0" cy="0"/>
          <a:chOff x="0" y="0"/>
          <a:chExt cx="0" cy="0"/>
        </a:xfrm>
      </p:grpSpPr>
      <p:sp>
        <p:nvSpPr>
          <p:cNvPr id="349" name="Google Shape;349;p18"/>
          <p:cNvSpPr txBox="1">
            <a:spLocks noGrp="1"/>
          </p:cNvSpPr>
          <p:nvPr>
            <p:ph type="title" hasCustomPrompt="1"/>
          </p:nvPr>
        </p:nvSpPr>
        <p:spPr>
          <a:xfrm>
            <a:off x="3406663" y="539500"/>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0" name="Google Shape;350;p18"/>
          <p:cNvSpPr txBox="1">
            <a:spLocks noGrp="1"/>
          </p:cNvSpPr>
          <p:nvPr>
            <p:ph type="subTitle" idx="1"/>
          </p:nvPr>
        </p:nvSpPr>
        <p:spPr>
          <a:xfrm>
            <a:off x="3406663" y="1517923"/>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18"/>
          <p:cNvSpPr txBox="1">
            <a:spLocks noGrp="1"/>
          </p:cNvSpPr>
          <p:nvPr>
            <p:ph type="title" idx="2" hasCustomPrompt="1"/>
          </p:nvPr>
        </p:nvSpPr>
        <p:spPr>
          <a:xfrm>
            <a:off x="1600038" y="2313802"/>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2" name="Google Shape;352;p18"/>
          <p:cNvSpPr txBox="1">
            <a:spLocks noGrp="1"/>
          </p:cNvSpPr>
          <p:nvPr>
            <p:ph type="subTitle" idx="3"/>
          </p:nvPr>
        </p:nvSpPr>
        <p:spPr>
          <a:xfrm>
            <a:off x="1600038" y="3292050"/>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18"/>
          <p:cNvSpPr/>
          <p:nvPr/>
        </p:nvSpPr>
        <p:spPr>
          <a:xfrm>
            <a:off x="-39450" y="4607900"/>
            <a:ext cx="9222900" cy="53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8"/>
          <p:cNvGrpSpPr/>
          <p:nvPr/>
        </p:nvGrpSpPr>
        <p:grpSpPr>
          <a:xfrm>
            <a:off x="-348400" y="2090475"/>
            <a:ext cx="1407074" cy="2517416"/>
            <a:chOff x="-3882175" y="2494675"/>
            <a:chExt cx="1407074" cy="2517416"/>
          </a:xfrm>
        </p:grpSpPr>
        <p:sp>
          <p:nvSpPr>
            <p:cNvPr id="355" name="Google Shape;355;p18"/>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6"/>
        <p:cNvGrpSpPr/>
        <p:nvPr/>
      </p:nvGrpSpPr>
      <p:grpSpPr>
        <a:xfrm>
          <a:off x="0" y="0"/>
          <a:ext cx="0" cy="0"/>
          <a:chOff x="0" y="0"/>
          <a:chExt cx="0" cy="0"/>
        </a:xfrm>
      </p:grpSpPr>
      <p:sp>
        <p:nvSpPr>
          <p:cNvPr id="367" name="Google Shape;367;p19"/>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19"/>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19"/>
          <p:cNvSpPr txBox="1"/>
          <p:nvPr/>
        </p:nvSpPr>
        <p:spPr>
          <a:xfrm>
            <a:off x="2850875" y="3090850"/>
            <a:ext cx="3442200" cy="642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hlink"/>
                </a:solidFill>
                <a:latin typeface="Arimo"/>
                <a:ea typeface="Arimo"/>
                <a:cs typeface="Arimo"/>
                <a:sym typeface="Arimo"/>
                <a:hlinkClick r:id="rId2"/>
              </a:rPr>
              <a:t>Slidesgo</a:t>
            </a:r>
            <a:r>
              <a:rPr lang="en" sz="1000">
                <a:solidFill>
                  <a:schemeClr val="dk1"/>
                </a:solidFill>
                <a:latin typeface="Arimo"/>
                <a:ea typeface="Arimo"/>
                <a:cs typeface="Arimo"/>
                <a:sym typeface="Arimo"/>
              </a:rPr>
              <a:t>, and includes icons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Flaticon</a:t>
            </a:r>
            <a:r>
              <a:rPr lang="en" sz="1000">
                <a:solidFill>
                  <a:schemeClr val="dk1"/>
                </a:solidFill>
                <a:latin typeface="Arimo"/>
                <a:ea typeface="Arimo"/>
                <a:cs typeface="Arimo"/>
                <a:sym typeface="Arimo"/>
              </a:rPr>
              <a:t>, and infographics &amp; images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imo"/>
                <a:ea typeface="Arimo"/>
                <a:cs typeface="Arimo"/>
                <a:sym typeface="Arimo"/>
              </a:rPr>
              <a:t> </a:t>
            </a:r>
            <a:endParaRPr sz="1000" b="1" u="sng">
              <a:solidFill>
                <a:schemeClr val="dk1"/>
              </a:solidFill>
              <a:latin typeface="Arimo"/>
              <a:ea typeface="Arimo"/>
              <a:cs typeface="Arimo"/>
              <a:sym typeface="Arimo"/>
            </a:endParaRPr>
          </a:p>
        </p:txBody>
      </p:sp>
      <p:grpSp>
        <p:nvGrpSpPr>
          <p:cNvPr id="370" name="Google Shape;370;p19"/>
          <p:cNvGrpSpPr/>
          <p:nvPr/>
        </p:nvGrpSpPr>
        <p:grpSpPr>
          <a:xfrm flipH="1">
            <a:off x="62389" y="3727066"/>
            <a:ext cx="9081601" cy="1276268"/>
            <a:chOff x="1048172" y="1218625"/>
            <a:chExt cx="10223575" cy="1436753"/>
          </a:xfrm>
        </p:grpSpPr>
        <p:sp>
          <p:nvSpPr>
            <p:cNvPr id="371" name="Google Shape;371;p19"/>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8079088"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48172"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0314452"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27226" y="1578985"/>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2477366" y="2056267"/>
              <a:ext cx="7425000" cy="50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9"/>
          <p:cNvSpPr/>
          <p:nvPr/>
        </p:nvSpPr>
        <p:spPr>
          <a:xfrm>
            <a:off x="-72725" y="4518500"/>
            <a:ext cx="9302400" cy="701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0"/>
        <p:cNvGrpSpPr/>
        <p:nvPr/>
      </p:nvGrpSpPr>
      <p:grpSpPr>
        <a:xfrm>
          <a:off x="0" y="0"/>
          <a:ext cx="0" cy="0"/>
          <a:chOff x="0" y="0"/>
          <a:chExt cx="0" cy="0"/>
        </a:xfrm>
      </p:grpSpPr>
      <p:grpSp>
        <p:nvGrpSpPr>
          <p:cNvPr id="381" name="Google Shape;381;p20"/>
          <p:cNvGrpSpPr/>
          <p:nvPr/>
        </p:nvGrpSpPr>
        <p:grpSpPr>
          <a:xfrm>
            <a:off x="-125295" y="3120794"/>
            <a:ext cx="9340695" cy="2094681"/>
            <a:chOff x="-125295" y="3120794"/>
            <a:chExt cx="9340695" cy="2094681"/>
          </a:xfrm>
        </p:grpSpPr>
        <p:sp>
          <p:nvSpPr>
            <p:cNvPr id="382" name="Google Shape;382;p20"/>
            <p:cNvSpPr/>
            <p:nvPr/>
          </p:nvSpPr>
          <p:spPr>
            <a:xfrm flipH="1">
              <a:off x="5144775" y="3120794"/>
              <a:ext cx="1180297" cy="152374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0"/>
            <p:cNvGrpSpPr/>
            <p:nvPr/>
          </p:nvGrpSpPr>
          <p:grpSpPr>
            <a:xfrm flipH="1">
              <a:off x="-125295" y="3120794"/>
              <a:ext cx="9269295" cy="1715408"/>
              <a:chOff x="2477366" y="1218625"/>
              <a:chExt cx="7526833" cy="1392942"/>
            </a:xfrm>
          </p:grpSpPr>
          <p:sp>
            <p:nvSpPr>
              <p:cNvPr id="384" name="Google Shape;384;p20"/>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2477366" y="2056267"/>
                <a:ext cx="7425000" cy="555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20"/>
            <p:cNvSpPr/>
            <p:nvPr/>
          </p:nvSpPr>
          <p:spPr>
            <a:xfrm>
              <a:off x="-71400" y="4544675"/>
              <a:ext cx="9286800" cy="67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flipH="1">
              <a:off x="6377135" y="3302290"/>
              <a:ext cx="1178908" cy="1021050"/>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0"/>
          <p:cNvGrpSpPr/>
          <p:nvPr/>
        </p:nvGrpSpPr>
        <p:grpSpPr>
          <a:xfrm>
            <a:off x="7224825" y="0"/>
            <a:ext cx="1671525" cy="4544675"/>
            <a:chOff x="616750" y="-26175"/>
            <a:chExt cx="1671525" cy="4544675"/>
          </a:xfrm>
        </p:grpSpPr>
        <p:sp>
          <p:nvSpPr>
            <p:cNvPr id="392" name="Google Shape;392;p20"/>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notesSlide" Target="../notesSlides/notesSlide7.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2.xml"/><Relationship Id="rId5" Type="http://schemas.openxmlformats.org/officeDocument/2006/relationships/image" Target="../media/image7.png"/><Relationship Id="rId15" Type="http://schemas.openxmlformats.org/officeDocument/2006/relationships/customXml" Target="../ink/ink4.xml"/><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customXml" Target="../ink/ink1.xml"/><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p>
            <a:r>
              <a:rPr lang="en" sz="3600"/>
              <a:t>Planes, </a:t>
            </a:r>
            <a:r>
              <a:rPr lang="en" sz="3600" i="1"/>
              <a:t>Trains</a:t>
            </a:r>
            <a:r>
              <a:rPr lang="en" sz="3600"/>
              <a:t>, and Automobiles</a:t>
            </a:r>
            <a:endParaRPr sz="3600" err="1"/>
          </a:p>
        </p:txBody>
      </p:sp>
      <p:sp>
        <p:nvSpPr>
          <p:cNvPr id="461" name="Google Shape;461;p25"/>
          <p:cNvSpPr txBox="1">
            <a:spLocks noGrp="1"/>
          </p:cNvSpPr>
          <p:nvPr>
            <p:ph type="subTitle" idx="1"/>
          </p:nvPr>
        </p:nvSpPr>
        <p:spPr>
          <a:xfrm>
            <a:off x="680500" y="1524000"/>
            <a:ext cx="7782900" cy="120433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t>Modeling Rail Transportation’s Effect on Emissions, Safety, and Travel Time</a:t>
            </a:r>
            <a:endParaRPr lang="en" sz="1200"/>
          </a:p>
          <a:p>
            <a:pPr marL="0" lvl="0" indent="0" algn="ctr" rtl="0">
              <a:spcBef>
                <a:spcPts val="0"/>
              </a:spcBef>
              <a:spcAft>
                <a:spcPts val="0"/>
              </a:spcAft>
              <a:buNone/>
            </a:pPr>
            <a:br>
              <a:rPr lang="en" sz="1200"/>
            </a:br>
            <a:r>
              <a:rPr lang="en" sz="1200"/>
              <a:t>Saketh Marrapu and Isaac Martinez</a:t>
            </a:r>
            <a:endParaRPr lang="en" sz="2400"/>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615A-D80A-2ED4-A0ED-ADAFD3031F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925E25-781B-B52D-D2ED-582F9FFEEF14}"/>
              </a:ext>
            </a:extLst>
          </p:cNvPr>
          <p:cNvSpPr>
            <a:spLocks noGrp="1"/>
          </p:cNvSpPr>
          <p:nvPr>
            <p:ph type="title"/>
          </p:nvPr>
        </p:nvSpPr>
        <p:spPr>
          <a:xfrm>
            <a:off x="720000" y="334125"/>
            <a:ext cx="7704000" cy="375150"/>
          </a:xfrm>
        </p:spPr>
        <p:txBody>
          <a:bodyPr/>
          <a:lstStyle/>
          <a:p>
            <a:pPr algn="l"/>
            <a:r>
              <a:rPr lang="en-US" sz="1600"/>
              <a:t>Motivation and Introducing the Data</a:t>
            </a:r>
          </a:p>
        </p:txBody>
      </p:sp>
      <p:sp>
        <p:nvSpPr>
          <p:cNvPr id="2" name="Text Placeholder 1">
            <a:extLst>
              <a:ext uri="{FF2B5EF4-FFF2-40B4-BE49-F238E27FC236}">
                <a16:creationId xmlns:a16="http://schemas.microsoft.com/office/drawing/2014/main" id="{E9B5E78C-1C14-E801-1AE2-829FC4578D6B}"/>
              </a:ext>
            </a:extLst>
          </p:cNvPr>
          <p:cNvSpPr>
            <a:spLocks noGrp="1"/>
          </p:cNvSpPr>
          <p:nvPr>
            <p:ph type="body" idx="1"/>
          </p:nvPr>
        </p:nvSpPr>
        <p:spPr>
          <a:xfrm>
            <a:off x="720000" y="709275"/>
            <a:ext cx="7704000" cy="3724950"/>
          </a:xfrm>
        </p:spPr>
        <p:txBody>
          <a:bodyPr/>
          <a:lstStyle/>
          <a:p>
            <a:r>
              <a:rPr lang="en-US" sz="2000"/>
              <a:t>US is one of the largest countries in the world yet trails other developed countries in its implementation of rail transportation</a:t>
            </a:r>
          </a:p>
          <a:p>
            <a:r>
              <a:rPr lang="en-US" sz="2000"/>
              <a:t>There is travel demand for what is largely considered the “goldilocks” zone of rail, about 100-500 miles (“Breakeven Distances”).</a:t>
            </a:r>
          </a:p>
          <a:p>
            <a:pPr lvl="1"/>
            <a:endParaRPr lang="en-US" sz="2400"/>
          </a:p>
          <a:p>
            <a:pPr lvl="1"/>
            <a:endParaRPr lang="en-US" sz="2200"/>
          </a:p>
        </p:txBody>
      </p:sp>
      <p:sp>
        <p:nvSpPr>
          <p:cNvPr id="12" name="Text Placeholder 1">
            <a:extLst>
              <a:ext uri="{FF2B5EF4-FFF2-40B4-BE49-F238E27FC236}">
                <a16:creationId xmlns:a16="http://schemas.microsoft.com/office/drawing/2014/main" id="{02AEF3D3-4136-C4CF-E015-9B1DB8D499A9}"/>
              </a:ext>
            </a:extLst>
          </p:cNvPr>
          <p:cNvSpPr txBox="1">
            <a:spLocks/>
          </p:cNvSpPr>
          <p:nvPr/>
        </p:nvSpPr>
        <p:spPr>
          <a:xfrm>
            <a:off x="720000" y="709275"/>
            <a:ext cx="7704000" cy="37249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1"/>
              </a:buClr>
              <a:buSzPts val="1800"/>
              <a:buFont typeface="Darker Grotesque SemiBold"/>
              <a:buChar char="●"/>
              <a:defRPr sz="1200" b="0" i="0" u="none" strike="noStrike" cap="none">
                <a:solidFill>
                  <a:srgbClr val="434343"/>
                </a:solidFill>
                <a:latin typeface="Arimo"/>
                <a:ea typeface="Arimo"/>
                <a:cs typeface="Arimo"/>
                <a:sym typeface="Arimo"/>
              </a:defRPr>
            </a:lvl1pPr>
            <a:lvl2pPr marL="914400" marR="0" lvl="1"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2pPr>
            <a:lvl3pPr marL="1371600" marR="0" lvl="2"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3pPr>
            <a:lvl4pPr marL="1828800" marR="0" lvl="3"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4pPr>
            <a:lvl5pPr marL="2286000" marR="0" lvl="4"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5pPr>
            <a:lvl6pPr marL="2743200" marR="0" lvl="5"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6pPr>
            <a:lvl7pPr marL="3200400" marR="0" lvl="6"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7pPr>
            <a:lvl8pPr marL="3657600" marR="0" lvl="7"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8pPr>
            <a:lvl9pPr marL="4114800" marR="0" lvl="8" indent="-317500" algn="l" rtl="0">
              <a:lnSpc>
                <a:spcPct val="115000"/>
              </a:lnSpc>
              <a:spcBef>
                <a:spcPts val="0"/>
              </a:spcBef>
              <a:spcAft>
                <a:spcPts val="0"/>
              </a:spcAft>
              <a:buClr>
                <a:srgbClr val="15325B"/>
              </a:buClr>
              <a:buSzPts val="1400"/>
              <a:buFont typeface="Darker Grotesque SemiBold"/>
              <a:buChar char="■"/>
              <a:defRPr sz="1400" b="0" i="0" u="none" strike="noStrike" cap="none">
                <a:solidFill>
                  <a:srgbClr val="434343"/>
                </a:solidFill>
                <a:latin typeface="Arimo"/>
                <a:ea typeface="Arimo"/>
                <a:cs typeface="Arimo"/>
                <a:sym typeface="Arimo"/>
              </a:defRPr>
            </a:lvl9pPr>
          </a:lstStyle>
          <a:p>
            <a:r>
              <a:rPr lang="en-US" sz="2000"/>
              <a:t>US is one of the largest countries in the world yet trails other developed countries in its implementation of rail transportation</a:t>
            </a:r>
          </a:p>
          <a:p>
            <a:r>
              <a:rPr lang="en-US" sz="2000"/>
              <a:t>There is travel demand for what is largely considered the “goldilocks” zone of rail, about 100-500 miles (“Breakeven Distances”).</a:t>
            </a:r>
            <a:endParaRPr lang="en-US" sz="2200"/>
          </a:p>
          <a:p>
            <a:pPr lvl="1"/>
            <a:endParaRPr lang="en-US" sz="2200"/>
          </a:p>
        </p:txBody>
      </p:sp>
      <p:pic>
        <p:nvPicPr>
          <p:cNvPr id="13" name="Picture 12">
            <a:extLst>
              <a:ext uri="{FF2B5EF4-FFF2-40B4-BE49-F238E27FC236}">
                <a16:creationId xmlns:a16="http://schemas.microsoft.com/office/drawing/2014/main" id="{74AF68E0-DA09-45A5-3B55-3AEE4839B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737" y="2336259"/>
            <a:ext cx="2630526" cy="2097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43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4BB57-8AB1-6E62-B676-F40984ADD08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1DE4EBE-2CEA-8EB3-0AD9-860E6F6A5A40}"/>
              </a:ext>
            </a:extLst>
          </p:cNvPr>
          <p:cNvSpPr>
            <a:spLocks noGrp="1"/>
          </p:cNvSpPr>
          <p:nvPr>
            <p:ph type="title"/>
          </p:nvPr>
        </p:nvSpPr>
        <p:spPr>
          <a:xfrm>
            <a:off x="720000" y="334125"/>
            <a:ext cx="7704000" cy="375150"/>
          </a:xfrm>
        </p:spPr>
        <p:txBody>
          <a:bodyPr/>
          <a:lstStyle/>
          <a:p>
            <a:pPr algn="l"/>
            <a:r>
              <a:rPr lang="en-US" sz="1600"/>
              <a:t>Motivation and Introducing the Data</a:t>
            </a:r>
          </a:p>
        </p:txBody>
      </p:sp>
      <p:sp>
        <p:nvSpPr>
          <p:cNvPr id="2" name="Text Placeholder 1">
            <a:extLst>
              <a:ext uri="{FF2B5EF4-FFF2-40B4-BE49-F238E27FC236}">
                <a16:creationId xmlns:a16="http://schemas.microsoft.com/office/drawing/2014/main" id="{67237898-115A-CA90-CF79-3FA2E6C44090}"/>
              </a:ext>
            </a:extLst>
          </p:cNvPr>
          <p:cNvSpPr>
            <a:spLocks noGrp="1"/>
          </p:cNvSpPr>
          <p:nvPr>
            <p:ph type="body" idx="1"/>
          </p:nvPr>
        </p:nvSpPr>
        <p:spPr>
          <a:xfrm>
            <a:off x="720000" y="709275"/>
            <a:ext cx="7704000" cy="3724950"/>
          </a:xfrm>
        </p:spPr>
        <p:txBody>
          <a:bodyPr/>
          <a:lstStyle/>
          <a:p>
            <a:r>
              <a:rPr lang="en-US" sz="2000"/>
              <a:t>Looked at data from the EU, where many countries have established rail networks and reliable data</a:t>
            </a:r>
          </a:p>
          <a:p>
            <a:r>
              <a:rPr lang="en-US" sz="2000"/>
              <a:t>With these EU data, our aims were to see rail’s effect (relative to air and road transportation) on</a:t>
            </a:r>
          </a:p>
          <a:p>
            <a:pPr lvl="1"/>
            <a:r>
              <a:rPr lang="en-US" sz="2000"/>
              <a:t>Travel time</a:t>
            </a:r>
          </a:p>
          <a:p>
            <a:pPr lvl="1"/>
            <a:r>
              <a:rPr lang="en-US" sz="2000"/>
              <a:t>Emissions</a:t>
            </a:r>
          </a:p>
          <a:p>
            <a:pPr lvl="1"/>
            <a:r>
              <a:rPr lang="en-US" sz="2000"/>
              <a:t>Safety</a:t>
            </a:r>
          </a:p>
          <a:p>
            <a:r>
              <a:rPr lang="en-US" sz="2000"/>
              <a:t>After fitting our models, we extrapolate to the US to see how rail </a:t>
            </a:r>
            <a:r>
              <a:rPr lang="en-US" sz="2000" i="1"/>
              <a:t>might</a:t>
            </a:r>
            <a:r>
              <a:rPr lang="en-US" sz="2000"/>
              <a:t> measure up against air and road</a:t>
            </a:r>
          </a:p>
          <a:p>
            <a:pPr lvl="1"/>
            <a:endParaRPr lang="en-US" sz="2000"/>
          </a:p>
        </p:txBody>
      </p:sp>
    </p:spTree>
    <p:extLst>
      <p:ext uri="{BB962C8B-B14F-4D97-AF65-F5344CB8AC3E}">
        <p14:creationId xmlns:p14="http://schemas.microsoft.com/office/powerpoint/2010/main" val="3862350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4FDE1673-55B4-656A-C959-2F24161534F0}"/>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89DB15B9-8D1B-4118-C040-9F438184235A}"/>
              </a:ext>
            </a:extLst>
          </p:cNvPr>
          <p:cNvSpPr txBox="1">
            <a:spLocks noGrp="1"/>
          </p:cNvSpPr>
          <p:nvPr>
            <p:ph type="title"/>
          </p:nvPr>
        </p:nvSpPr>
        <p:spPr>
          <a:xfrm>
            <a:off x="3591150" y="1103575"/>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Travel Time</a:t>
            </a:r>
            <a:endParaRPr/>
          </a:p>
        </p:txBody>
      </p:sp>
      <p:sp>
        <p:nvSpPr>
          <p:cNvPr id="812" name="Google Shape;812;p29">
            <a:extLst>
              <a:ext uri="{FF2B5EF4-FFF2-40B4-BE49-F238E27FC236}">
                <a16:creationId xmlns:a16="http://schemas.microsoft.com/office/drawing/2014/main" id="{E364E67C-4ABB-15B8-FFF1-500FB0623847}"/>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813" name="Google Shape;813;p29">
            <a:extLst>
              <a:ext uri="{FF2B5EF4-FFF2-40B4-BE49-F238E27FC236}">
                <a16:creationId xmlns:a16="http://schemas.microsoft.com/office/drawing/2014/main" id="{795DDF0F-E331-6197-40D9-062FF7D42E30}"/>
              </a:ext>
            </a:extLst>
          </p:cNvPr>
          <p:cNvGrpSpPr/>
          <p:nvPr/>
        </p:nvGrpSpPr>
        <p:grpSpPr>
          <a:xfrm>
            <a:off x="4683750" y="2574250"/>
            <a:ext cx="4466625" cy="1978850"/>
            <a:chOff x="4683750" y="2574250"/>
            <a:chExt cx="4466625" cy="1978850"/>
          </a:xfrm>
        </p:grpSpPr>
        <p:sp>
          <p:nvSpPr>
            <p:cNvPr id="814" name="Google Shape;814;p29">
              <a:extLst>
                <a:ext uri="{FF2B5EF4-FFF2-40B4-BE49-F238E27FC236}">
                  <a16:creationId xmlns:a16="http://schemas.microsoft.com/office/drawing/2014/main" id="{A3B4714B-F3FD-0C6E-653A-5BC79144CEB1}"/>
                </a:ext>
              </a:extLst>
            </p:cNvPr>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a:extLst>
                <a:ext uri="{FF2B5EF4-FFF2-40B4-BE49-F238E27FC236}">
                  <a16:creationId xmlns:a16="http://schemas.microsoft.com/office/drawing/2014/main" id="{4C01A877-651B-BDD5-41EF-CFBF1B1C9CF3}"/>
                </a:ext>
              </a:extLst>
            </p:cNvPr>
            <p:cNvGrpSpPr/>
            <p:nvPr/>
          </p:nvGrpSpPr>
          <p:grpSpPr>
            <a:xfrm>
              <a:off x="4683750" y="2574250"/>
              <a:ext cx="4460259" cy="1944238"/>
              <a:chOff x="4683750" y="2574250"/>
              <a:chExt cx="4460259" cy="1944238"/>
            </a:xfrm>
          </p:grpSpPr>
          <p:sp>
            <p:nvSpPr>
              <p:cNvPr id="816" name="Google Shape;816;p29">
                <a:extLst>
                  <a:ext uri="{FF2B5EF4-FFF2-40B4-BE49-F238E27FC236}">
                    <a16:creationId xmlns:a16="http://schemas.microsoft.com/office/drawing/2014/main" id="{B5C4F0B2-30C4-45BE-BC71-7A359125DA02}"/>
                  </a:ext>
                </a:extLst>
              </p:cNvPr>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a:extLst>
                  <a:ext uri="{FF2B5EF4-FFF2-40B4-BE49-F238E27FC236}">
                    <a16:creationId xmlns:a16="http://schemas.microsoft.com/office/drawing/2014/main" id="{70010017-CCAB-B4B7-B1C2-0BAD42E78A5A}"/>
                  </a:ext>
                </a:extLst>
              </p:cNvPr>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a:extLst>
                  <a:ext uri="{FF2B5EF4-FFF2-40B4-BE49-F238E27FC236}">
                    <a16:creationId xmlns:a16="http://schemas.microsoft.com/office/drawing/2014/main" id="{9A3605E8-4DBE-9875-9FB0-C35F7774C5A1}"/>
                  </a:ext>
                </a:extLst>
              </p:cNvPr>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a:extLst>
                  <a:ext uri="{FF2B5EF4-FFF2-40B4-BE49-F238E27FC236}">
                    <a16:creationId xmlns:a16="http://schemas.microsoft.com/office/drawing/2014/main" id="{7E76DA2F-FB54-AC26-DAA4-5B087C15614F}"/>
                  </a:ext>
                </a:extLst>
              </p:cNvPr>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a:extLst>
                  <a:ext uri="{FF2B5EF4-FFF2-40B4-BE49-F238E27FC236}">
                    <a16:creationId xmlns:a16="http://schemas.microsoft.com/office/drawing/2014/main" id="{EA6490EC-5550-A377-C5C3-B614AAE8FFE8}"/>
                  </a:ext>
                </a:extLst>
              </p:cNvPr>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a:extLst>
                  <a:ext uri="{FF2B5EF4-FFF2-40B4-BE49-F238E27FC236}">
                    <a16:creationId xmlns:a16="http://schemas.microsoft.com/office/drawing/2014/main" id="{49AB528A-67EE-AC87-5863-874666AAF579}"/>
                  </a:ext>
                </a:extLst>
              </p:cNvPr>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a:extLst>
                  <a:ext uri="{FF2B5EF4-FFF2-40B4-BE49-F238E27FC236}">
                    <a16:creationId xmlns:a16="http://schemas.microsoft.com/office/drawing/2014/main" id="{F735CE95-0ECC-5954-2EC9-DE09FB741587}"/>
                  </a:ext>
                </a:extLst>
              </p:cNvPr>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a:extLst>
                  <a:ext uri="{FF2B5EF4-FFF2-40B4-BE49-F238E27FC236}">
                    <a16:creationId xmlns:a16="http://schemas.microsoft.com/office/drawing/2014/main" id="{D833C6E9-6B3E-73B7-07E8-17E0C7F2A7C5}"/>
                  </a:ext>
                </a:extLst>
              </p:cNvPr>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a:extLst>
                  <a:ext uri="{FF2B5EF4-FFF2-40B4-BE49-F238E27FC236}">
                    <a16:creationId xmlns:a16="http://schemas.microsoft.com/office/drawing/2014/main" id="{D47D5391-7AFE-C00E-5B12-D7D3CA38EC31}"/>
                  </a:ext>
                </a:extLst>
              </p:cNvPr>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9">
                <a:extLst>
                  <a:ext uri="{FF2B5EF4-FFF2-40B4-BE49-F238E27FC236}">
                    <a16:creationId xmlns:a16="http://schemas.microsoft.com/office/drawing/2014/main" id="{4CB01B9F-8512-07EB-0685-157C7AB44436}"/>
                  </a:ext>
                </a:extLst>
              </p:cNvPr>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a:extLst>
                  <a:ext uri="{FF2B5EF4-FFF2-40B4-BE49-F238E27FC236}">
                    <a16:creationId xmlns:a16="http://schemas.microsoft.com/office/drawing/2014/main" id="{35EA5E9B-2526-434F-3644-CDF6B44FBCC9}"/>
                  </a:ext>
                </a:extLst>
              </p:cNvPr>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a:extLst>
                  <a:ext uri="{FF2B5EF4-FFF2-40B4-BE49-F238E27FC236}">
                    <a16:creationId xmlns:a16="http://schemas.microsoft.com/office/drawing/2014/main" id="{AB2D7B38-4B0F-B8DA-7E20-AEA48DC891BC}"/>
                  </a:ext>
                </a:extLst>
              </p:cNvPr>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a:extLst>
                  <a:ext uri="{FF2B5EF4-FFF2-40B4-BE49-F238E27FC236}">
                    <a16:creationId xmlns:a16="http://schemas.microsoft.com/office/drawing/2014/main" id="{A74A9812-F31E-D50F-A771-3904D1C4064B}"/>
                  </a:ext>
                </a:extLst>
              </p:cNvPr>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a:extLst>
                  <a:ext uri="{FF2B5EF4-FFF2-40B4-BE49-F238E27FC236}">
                    <a16:creationId xmlns:a16="http://schemas.microsoft.com/office/drawing/2014/main" id="{7539A70E-C482-3B89-7626-6BFD56D09AD3}"/>
                  </a:ext>
                </a:extLst>
              </p:cNvPr>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a:extLst>
                  <a:ext uri="{FF2B5EF4-FFF2-40B4-BE49-F238E27FC236}">
                    <a16:creationId xmlns:a16="http://schemas.microsoft.com/office/drawing/2014/main" id="{1FD88D02-0E72-229C-7EBE-EFFF5214AF09}"/>
                  </a:ext>
                </a:extLst>
              </p:cNvPr>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a:extLst>
                  <a:ext uri="{FF2B5EF4-FFF2-40B4-BE49-F238E27FC236}">
                    <a16:creationId xmlns:a16="http://schemas.microsoft.com/office/drawing/2014/main" id="{66E370BF-0BBD-7A06-05C2-66E8BB326FC9}"/>
                  </a:ext>
                </a:extLst>
              </p:cNvPr>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a:extLst>
                  <a:ext uri="{FF2B5EF4-FFF2-40B4-BE49-F238E27FC236}">
                    <a16:creationId xmlns:a16="http://schemas.microsoft.com/office/drawing/2014/main" id="{97365DAF-A275-56EC-731A-01D667F3E277}"/>
                  </a:ext>
                </a:extLst>
              </p:cNvPr>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a:extLst>
                  <a:ext uri="{FF2B5EF4-FFF2-40B4-BE49-F238E27FC236}">
                    <a16:creationId xmlns:a16="http://schemas.microsoft.com/office/drawing/2014/main" id="{11E3B48E-8B3E-1B6C-C9A6-99A32CCF7144}"/>
                  </a:ext>
                </a:extLst>
              </p:cNvPr>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a:extLst>
                  <a:ext uri="{FF2B5EF4-FFF2-40B4-BE49-F238E27FC236}">
                    <a16:creationId xmlns:a16="http://schemas.microsoft.com/office/drawing/2014/main" id="{6DE13702-8FEB-A0CD-3244-3FFAD98D06EB}"/>
                  </a:ext>
                </a:extLst>
              </p:cNvPr>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a:extLst>
                  <a:ext uri="{FF2B5EF4-FFF2-40B4-BE49-F238E27FC236}">
                    <a16:creationId xmlns:a16="http://schemas.microsoft.com/office/drawing/2014/main" id="{EE44D76D-2BA7-B0AE-3CD1-03C2CD1A72F4}"/>
                  </a:ext>
                </a:extLst>
              </p:cNvPr>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a:extLst>
                  <a:ext uri="{FF2B5EF4-FFF2-40B4-BE49-F238E27FC236}">
                    <a16:creationId xmlns:a16="http://schemas.microsoft.com/office/drawing/2014/main" id="{DBDC25A0-FC37-1302-A05B-CFD433D7202A}"/>
                  </a:ext>
                </a:extLst>
              </p:cNvPr>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a:extLst>
                  <a:ext uri="{FF2B5EF4-FFF2-40B4-BE49-F238E27FC236}">
                    <a16:creationId xmlns:a16="http://schemas.microsoft.com/office/drawing/2014/main" id="{260A5D90-96A0-EF99-3079-12B4418F656B}"/>
                  </a:ext>
                </a:extLst>
              </p:cNvPr>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a:extLst>
                  <a:ext uri="{FF2B5EF4-FFF2-40B4-BE49-F238E27FC236}">
                    <a16:creationId xmlns:a16="http://schemas.microsoft.com/office/drawing/2014/main" id="{42AE11E5-78B9-115F-559A-EB835EF65976}"/>
                  </a:ext>
                </a:extLst>
              </p:cNvPr>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a:extLst>
                  <a:ext uri="{FF2B5EF4-FFF2-40B4-BE49-F238E27FC236}">
                    <a16:creationId xmlns:a16="http://schemas.microsoft.com/office/drawing/2014/main" id="{6641A261-82C4-FF34-4D93-20D2A2618D03}"/>
                  </a:ext>
                </a:extLst>
              </p:cNvPr>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a:extLst>
                  <a:ext uri="{FF2B5EF4-FFF2-40B4-BE49-F238E27FC236}">
                    <a16:creationId xmlns:a16="http://schemas.microsoft.com/office/drawing/2014/main" id="{A93A45E0-7CD8-1122-3594-DCF7F91BB6C1}"/>
                  </a:ext>
                </a:extLst>
              </p:cNvPr>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a:extLst>
                  <a:ext uri="{FF2B5EF4-FFF2-40B4-BE49-F238E27FC236}">
                    <a16:creationId xmlns:a16="http://schemas.microsoft.com/office/drawing/2014/main" id="{2B2B671F-1504-7CE3-9A7C-056E53BBCCB4}"/>
                  </a:ext>
                </a:extLst>
              </p:cNvPr>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a:extLst>
                  <a:ext uri="{FF2B5EF4-FFF2-40B4-BE49-F238E27FC236}">
                    <a16:creationId xmlns:a16="http://schemas.microsoft.com/office/drawing/2014/main" id="{10F4A409-7621-5A99-2C3D-91D9EB98872A}"/>
                  </a:ext>
                </a:extLst>
              </p:cNvPr>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a:extLst>
                  <a:ext uri="{FF2B5EF4-FFF2-40B4-BE49-F238E27FC236}">
                    <a16:creationId xmlns:a16="http://schemas.microsoft.com/office/drawing/2014/main" id="{4D2C4E6D-B630-6D7A-B863-8E2D0C5BE1E2}"/>
                  </a:ext>
                </a:extLst>
              </p:cNvPr>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a:extLst>
                  <a:ext uri="{FF2B5EF4-FFF2-40B4-BE49-F238E27FC236}">
                    <a16:creationId xmlns:a16="http://schemas.microsoft.com/office/drawing/2014/main" id="{62424F1A-1D8E-5F55-049D-638E51933902}"/>
                  </a:ext>
                </a:extLst>
              </p:cNvPr>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a:extLst>
                  <a:ext uri="{FF2B5EF4-FFF2-40B4-BE49-F238E27FC236}">
                    <a16:creationId xmlns:a16="http://schemas.microsoft.com/office/drawing/2014/main" id="{BFA5DD0E-8A52-B6F4-85F2-54F9900A12E4}"/>
                  </a:ext>
                </a:extLst>
              </p:cNvPr>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a:extLst>
                  <a:ext uri="{FF2B5EF4-FFF2-40B4-BE49-F238E27FC236}">
                    <a16:creationId xmlns:a16="http://schemas.microsoft.com/office/drawing/2014/main" id="{1805A50D-9894-C59F-5184-D36F7258D5ED}"/>
                  </a:ext>
                </a:extLst>
              </p:cNvPr>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a:extLst>
                  <a:ext uri="{FF2B5EF4-FFF2-40B4-BE49-F238E27FC236}">
                    <a16:creationId xmlns:a16="http://schemas.microsoft.com/office/drawing/2014/main" id="{A18C80F3-22E9-154C-2B33-4B9094759BCF}"/>
                  </a:ext>
                </a:extLst>
              </p:cNvPr>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a:extLst>
                  <a:ext uri="{FF2B5EF4-FFF2-40B4-BE49-F238E27FC236}">
                    <a16:creationId xmlns:a16="http://schemas.microsoft.com/office/drawing/2014/main" id="{40595FA9-05BF-6373-0C7B-8444056921FD}"/>
                  </a:ext>
                </a:extLst>
              </p:cNvPr>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a:extLst>
              <a:ext uri="{FF2B5EF4-FFF2-40B4-BE49-F238E27FC236}">
                <a16:creationId xmlns:a16="http://schemas.microsoft.com/office/drawing/2014/main" id="{E7260358-0053-DC96-C921-6AEF11E00F0A}"/>
              </a:ext>
            </a:extLst>
          </p:cNvPr>
          <p:cNvGrpSpPr/>
          <p:nvPr/>
        </p:nvGrpSpPr>
        <p:grpSpPr>
          <a:xfrm>
            <a:off x="933669" y="3458269"/>
            <a:ext cx="6604489" cy="1060233"/>
            <a:chOff x="2237800" y="2833350"/>
            <a:chExt cx="6107351" cy="980426"/>
          </a:xfrm>
        </p:grpSpPr>
        <p:sp>
          <p:nvSpPr>
            <p:cNvPr id="850" name="Google Shape;850;p29">
              <a:extLst>
                <a:ext uri="{FF2B5EF4-FFF2-40B4-BE49-F238E27FC236}">
                  <a16:creationId xmlns:a16="http://schemas.microsoft.com/office/drawing/2014/main" id="{359CF8A8-F5F4-CDCA-E1FE-05E0EAE6A1A0}"/>
                </a:ext>
              </a:extLst>
            </p:cNvPr>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a:extLst>
                <a:ext uri="{FF2B5EF4-FFF2-40B4-BE49-F238E27FC236}">
                  <a16:creationId xmlns:a16="http://schemas.microsoft.com/office/drawing/2014/main" id="{4FDE15C8-B7E4-F6E0-B012-433CBBCE8972}"/>
                </a:ext>
              </a:extLst>
            </p:cNvPr>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a:extLst>
                <a:ext uri="{FF2B5EF4-FFF2-40B4-BE49-F238E27FC236}">
                  <a16:creationId xmlns:a16="http://schemas.microsoft.com/office/drawing/2014/main" id="{4E62D0A9-D108-F818-984F-D10C74E1D7EC}"/>
                </a:ext>
              </a:extLst>
            </p:cNvPr>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a:extLst>
                <a:ext uri="{FF2B5EF4-FFF2-40B4-BE49-F238E27FC236}">
                  <a16:creationId xmlns:a16="http://schemas.microsoft.com/office/drawing/2014/main" id="{B4AD8834-CF30-F401-5745-83263F1A378F}"/>
                </a:ext>
              </a:extLst>
            </p:cNvPr>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a:extLst>
                <a:ext uri="{FF2B5EF4-FFF2-40B4-BE49-F238E27FC236}">
                  <a16:creationId xmlns:a16="http://schemas.microsoft.com/office/drawing/2014/main" id="{39198265-1DF0-DF0D-5A73-8360FDBE6F91}"/>
                </a:ext>
              </a:extLst>
            </p:cNvPr>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a:extLst>
                <a:ext uri="{FF2B5EF4-FFF2-40B4-BE49-F238E27FC236}">
                  <a16:creationId xmlns:a16="http://schemas.microsoft.com/office/drawing/2014/main" id="{3375EB77-61E6-6E1C-46CA-AFD70AE2A637}"/>
                </a:ext>
              </a:extLst>
            </p:cNvPr>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a:extLst>
                <a:ext uri="{FF2B5EF4-FFF2-40B4-BE49-F238E27FC236}">
                  <a16:creationId xmlns:a16="http://schemas.microsoft.com/office/drawing/2014/main" id="{39BC426C-0B02-100B-765E-6D1CAC97BCA1}"/>
                </a:ext>
              </a:extLst>
            </p:cNvPr>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a:extLst>
                <a:ext uri="{FF2B5EF4-FFF2-40B4-BE49-F238E27FC236}">
                  <a16:creationId xmlns:a16="http://schemas.microsoft.com/office/drawing/2014/main" id="{4BA7F011-764A-F38C-E4FD-3D150AA19F03}"/>
                </a:ext>
              </a:extLst>
            </p:cNvPr>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a:extLst>
                <a:ext uri="{FF2B5EF4-FFF2-40B4-BE49-F238E27FC236}">
                  <a16:creationId xmlns:a16="http://schemas.microsoft.com/office/drawing/2014/main" id="{64C86616-E6C7-5A5B-0CC4-22366FADC29F}"/>
                </a:ext>
              </a:extLst>
            </p:cNvPr>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a:extLst>
                <a:ext uri="{FF2B5EF4-FFF2-40B4-BE49-F238E27FC236}">
                  <a16:creationId xmlns:a16="http://schemas.microsoft.com/office/drawing/2014/main" id="{1F9F680D-F145-5BF7-813B-C3FE1D8A701B}"/>
                </a:ext>
              </a:extLst>
            </p:cNvPr>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a:extLst>
                <a:ext uri="{FF2B5EF4-FFF2-40B4-BE49-F238E27FC236}">
                  <a16:creationId xmlns:a16="http://schemas.microsoft.com/office/drawing/2014/main" id="{34F54153-5EE8-B632-2DB1-526CE9EB689C}"/>
                </a:ext>
              </a:extLst>
            </p:cNvPr>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a:extLst>
                <a:ext uri="{FF2B5EF4-FFF2-40B4-BE49-F238E27FC236}">
                  <a16:creationId xmlns:a16="http://schemas.microsoft.com/office/drawing/2014/main" id="{6C677629-4BA9-9437-D415-E7C57256F831}"/>
                </a:ext>
              </a:extLst>
            </p:cNvPr>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a:extLst>
                <a:ext uri="{FF2B5EF4-FFF2-40B4-BE49-F238E27FC236}">
                  <a16:creationId xmlns:a16="http://schemas.microsoft.com/office/drawing/2014/main" id="{C9B37989-FCAF-5222-984C-4C94728731CE}"/>
                </a:ext>
              </a:extLst>
            </p:cNvPr>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a:extLst>
                <a:ext uri="{FF2B5EF4-FFF2-40B4-BE49-F238E27FC236}">
                  <a16:creationId xmlns:a16="http://schemas.microsoft.com/office/drawing/2014/main" id="{5F1C3AD2-9F9F-D461-EB73-85B20005C1DE}"/>
                </a:ext>
              </a:extLst>
            </p:cNvPr>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a:extLst>
                <a:ext uri="{FF2B5EF4-FFF2-40B4-BE49-F238E27FC236}">
                  <a16:creationId xmlns:a16="http://schemas.microsoft.com/office/drawing/2014/main" id="{870907F4-8B4B-2755-A792-BDFE2CC8DA66}"/>
                </a:ext>
              </a:extLst>
            </p:cNvPr>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a:extLst>
                <a:ext uri="{FF2B5EF4-FFF2-40B4-BE49-F238E27FC236}">
                  <a16:creationId xmlns:a16="http://schemas.microsoft.com/office/drawing/2014/main" id="{6C7BC52E-0B1C-6A52-A931-B7163E4152B0}"/>
                </a:ext>
              </a:extLst>
            </p:cNvPr>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a:extLst>
                <a:ext uri="{FF2B5EF4-FFF2-40B4-BE49-F238E27FC236}">
                  <a16:creationId xmlns:a16="http://schemas.microsoft.com/office/drawing/2014/main" id="{06384682-DD6C-315A-B738-7658E17908D7}"/>
                </a:ext>
              </a:extLst>
            </p:cNvPr>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a:extLst>
                <a:ext uri="{FF2B5EF4-FFF2-40B4-BE49-F238E27FC236}">
                  <a16:creationId xmlns:a16="http://schemas.microsoft.com/office/drawing/2014/main" id="{634898BF-8B27-A8F3-E73C-7B9D35FFE8A6}"/>
                </a:ext>
              </a:extLst>
            </p:cNvPr>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a:extLst>
                <a:ext uri="{FF2B5EF4-FFF2-40B4-BE49-F238E27FC236}">
                  <a16:creationId xmlns:a16="http://schemas.microsoft.com/office/drawing/2014/main" id="{1AE5C3E3-08DF-29F0-F789-6768B56FC1E0}"/>
                </a:ext>
              </a:extLst>
            </p:cNvPr>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a:extLst>
                <a:ext uri="{FF2B5EF4-FFF2-40B4-BE49-F238E27FC236}">
                  <a16:creationId xmlns:a16="http://schemas.microsoft.com/office/drawing/2014/main" id="{7463C66E-9B6D-1B4E-4471-B3A419157FBF}"/>
                </a:ext>
              </a:extLst>
            </p:cNvPr>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a:extLst>
                <a:ext uri="{FF2B5EF4-FFF2-40B4-BE49-F238E27FC236}">
                  <a16:creationId xmlns:a16="http://schemas.microsoft.com/office/drawing/2014/main" id="{7DC489BF-14F2-58B1-2C5C-99A97B3B4F6F}"/>
                </a:ext>
              </a:extLst>
            </p:cNvPr>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a:extLst>
                <a:ext uri="{FF2B5EF4-FFF2-40B4-BE49-F238E27FC236}">
                  <a16:creationId xmlns:a16="http://schemas.microsoft.com/office/drawing/2014/main" id="{0AB5D88F-46ED-982A-2E92-7A4BC5BAF5A2}"/>
                </a:ext>
              </a:extLst>
            </p:cNvPr>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a:extLst>
                <a:ext uri="{FF2B5EF4-FFF2-40B4-BE49-F238E27FC236}">
                  <a16:creationId xmlns:a16="http://schemas.microsoft.com/office/drawing/2014/main" id="{674657E1-A11B-9145-EDF1-AB54F5FA2077}"/>
                </a:ext>
              </a:extLst>
            </p:cNvPr>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a:extLst>
                <a:ext uri="{FF2B5EF4-FFF2-40B4-BE49-F238E27FC236}">
                  <a16:creationId xmlns:a16="http://schemas.microsoft.com/office/drawing/2014/main" id="{4DD1C96E-D0DE-9F4A-DFC0-8B73D6787647}"/>
                </a:ext>
              </a:extLst>
            </p:cNvPr>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a:extLst>
                <a:ext uri="{FF2B5EF4-FFF2-40B4-BE49-F238E27FC236}">
                  <a16:creationId xmlns:a16="http://schemas.microsoft.com/office/drawing/2014/main" id="{43E7E144-ED16-87FF-F09C-6CE8BC49D471}"/>
                </a:ext>
              </a:extLst>
            </p:cNvPr>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a:extLst>
                <a:ext uri="{FF2B5EF4-FFF2-40B4-BE49-F238E27FC236}">
                  <a16:creationId xmlns:a16="http://schemas.microsoft.com/office/drawing/2014/main" id="{6E1DA013-6F1F-04B2-7F77-835C726357A9}"/>
                </a:ext>
              </a:extLst>
            </p:cNvPr>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a:extLst>
                <a:ext uri="{FF2B5EF4-FFF2-40B4-BE49-F238E27FC236}">
                  <a16:creationId xmlns:a16="http://schemas.microsoft.com/office/drawing/2014/main" id="{CA5A0B5B-D621-AB4E-11BE-B735CAFBA854}"/>
                </a:ext>
              </a:extLst>
            </p:cNvPr>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a:extLst>
                <a:ext uri="{FF2B5EF4-FFF2-40B4-BE49-F238E27FC236}">
                  <a16:creationId xmlns:a16="http://schemas.microsoft.com/office/drawing/2014/main" id="{D4C6927E-3663-4E22-C6AC-4DCAABD9224D}"/>
                </a:ext>
              </a:extLst>
            </p:cNvPr>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a:extLst>
                <a:ext uri="{FF2B5EF4-FFF2-40B4-BE49-F238E27FC236}">
                  <a16:creationId xmlns:a16="http://schemas.microsoft.com/office/drawing/2014/main" id="{A0F34333-1E59-770D-BBC5-65A9D8B03F66}"/>
                </a:ext>
              </a:extLst>
            </p:cNvPr>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a:extLst>
                <a:ext uri="{FF2B5EF4-FFF2-40B4-BE49-F238E27FC236}">
                  <a16:creationId xmlns:a16="http://schemas.microsoft.com/office/drawing/2014/main" id="{69FDF25C-A452-93D6-0861-E44AF9FA73D5}"/>
                </a:ext>
              </a:extLst>
            </p:cNvPr>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a:extLst>
                <a:ext uri="{FF2B5EF4-FFF2-40B4-BE49-F238E27FC236}">
                  <a16:creationId xmlns:a16="http://schemas.microsoft.com/office/drawing/2014/main" id="{64DAED50-1D34-BD60-7B21-A0938B0831B5}"/>
                </a:ext>
              </a:extLst>
            </p:cNvPr>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a:extLst>
                <a:ext uri="{FF2B5EF4-FFF2-40B4-BE49-F238E27FC236}">
                  <a16:creationId xmlns:a16="http://schemas.microsoft.com/office/drawing/2014/main" id="{80065EDC-5EF4-B4C2-D2A0-E3B89191DC86}"/>
                </a:ext>
              </a:extLst>
            </p:cNvPr>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a:extLst>
                <a:ext uri="{FF2B5EF4-FFF2-40B4-BE49-F238E27FC236}">
                  <a16:creationId xmlns:a16="http://schemas.microsoft.com/office/drawing/2014/main" id="{07633DF7-1E1A-998A-3FC7-D2D80A5F1635}"/>
                </a:ext>
              </a:extLst>
            </p:cNvPr>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a:extLst>
                <a:ext uri="{FF2B5EF4-FFF2-40B4-BE49-F238E27FC236}">
                  <a16:creationId xmlns:a16="http://schemas.microsoft.com/office/drawing/2014/main" id="{806016C7-4556-2FBF-1EE4-3204056CA3A3}"/>
                </a:ext>
              </a:extLst>
            </p:cNvPr>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a:extLst>
                <a:ext uri="{FF2B5EF4-FFF2-40B4-BE49-F238E27FC236}">
                  <a16:creationId xmlns:a16="http://schemas.microsoft.com/office/drawing/2014/main" id="{084BE55B-C723-29F5-C2C6-5123160B25DF}"/>
                </a:ext>
              </a:extLst>
            </p:cNvPr>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a:extLst>
                <a:ext uri="{FF2B5EF4-FFF2-40B4-BE49-F238E27FC236}">
                  <a16:creationId xmlns:a16="http://schemas.microsoft.com/office/drawing/2014/main" id="{7EFA1B17-05A4-3208-366A-4C5EE4DF4E06}"/>
                </a:ext>
              </a:extLst>
            </p:cNvPr>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a:extLst>
                <a:ext uri="{FF2B5EF4-FFF2-40B4-BE49-F238E27FC236}">
                  <a16:creationId xmlns:a16="http://schemas.microsoft.com/office/drawing/2014/main" id="{F9035F8A-D363-3C5D-4CB5-0E30EF444990}"/>
                </a:ext>
              </a:extLst>
            </p:cNvPr>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a:extLst>
                <a:ext uri="{FF2B5EF4-FFF2-40B4-BE49-F238E27FC236}">
                  <a16:creationId xmlns:a16="http://schemas.microsoft.com/office/drawing/2014/main" id="{D5735442-D692-B71F-3DBF-8B3EA49FDB36}"/>
                </a:ext>
              </a:extLst>
            </p:cNvPr>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a:extLst>
                <a:ext uri="{FF2B5EF4-FFF2-40B4-BE49-F238E27FC236}">
                  <a16:creationId xmlns:a16="http://schemas.microsoft.com/office/drawing/2014/main" id="{56720D2F-5510-F78F-AA76-64C2C09E1B33}"/>
                </a:ext>
              </a:extLst>
            </p:cNvPr>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a:extLst>
                <a:ext uri="{FF2B5EF4-FFF2-40B4-BE49-F238E27FC236}">
                  <a16:creationId xmlns:a16="http://schemas.microsoft.com/office/drawing/2014/main" id="{D98B56BF-E3E3-EA64-7A1B-1BA0A0C761D0}"/>
                </a:ext>
              </a:extLst>
            </p:cNvPr>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a:extLst>
                <a:ext uri="{FF2B5EF4-FFF2-40B4-BE49-F238E27FC236}">
                  <a16:creationId xmlns:a16="http://schemas.microsoft.com/office/drawing/2014/main" id="{0F229A0A-15AB-770D-9231-3D75FE60B55E}"/>
                </a:ext>
              </a:extLst>
            </p:cNvPr>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a:extLst>
                <a:ext uri="{FF2B5EF4-FFF2-40B4-BE49-F238E27FC236}">
                  <a16:creationId xmlns:a16="http://schemas.microsoft.com/office/drawing/2014/main" id="{D4693AF3-EEA5-4947-73E1-A928AE8D01BE}"/>
                </a:ext>
              </a:extLst>
            </p:cNvPr>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a:extLst>
                <a:ext uri="{FF2B5EF4-FFF2-40B4-BE49-F238E27FC236}">
                  <a16:creationId xmlns:a16="http://schemas.microsoft.com/office/drawing/2014/main" id="{68402C59-1D11-6CD8-E706-88F2AFB731B4}"/>
                </a:ext>
              </a:extLst>
            </p:cNvPr>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a:extLst>
                <a:ext uri="{FF2B5EF4-FFF2-40B4-BE49-F238E27FC236}">
                  <a16:creationId xmlns:a16="http://schemas.microsoft.com/office/drawing/2014/main" id="{D418D28A-6AC5-E295-3088-EE6D5FB3CD29}"/>
                </a:ext>
              </a:extLst>
            </p:cNvPr>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a:extLst>
                <a:ext uri="{FF2B5EF4-FFF2-40B4-BE49-F238E27FC236}">
                  <a16:creationId xmlns:a16="http://schemas.microsoft.com/office/drawing/2014/main" id="{8EA8DF2A-BB67-91B7-66A4-13020A227F2C}"/>
                </a:ext>
              </a:extLst>
            </p:cNvPr>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a:extLst>
                <a:ext uri="{FF2B5EF4-FFF2-40B4-BE49-F238E27FC236}">
                  <a16:creationId xmlns:a16="http://schemas.microsoft.com/office/drawing/2014/main" id="{96F97977-65E6-0A6C-72AE-BC8369FE100C}"/>
                </a:ext>
              </a:extLst>
            </p:cNvPr>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a:extLst>
                <a:ext uri="{FF2B5EF4-FFF2-40B4-BE49-F238E27FC236}">
                  <a16:creationId xmlns:a16="http://schemas.microsoft.com/office/drawing/2014/main" id="{3C2A71A9-0D64-EB3E-3081-2294283F694B}"/>
                </a:ext>
              </a:extLst>
            </p:cNvPr>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a:extLst>
                <a:ext uri="{FF2B5EF4-FFF2-40B4-BE49-F238E27FC236}">
                  <a16:creationId xmlns:a16="http://schemas.microsoft.com/office/drawing/2014/main" id="{6F459E67-3586-31BC-6B2C-6FB0C0597423}"/>
                </a:ext>
              </a:extLst>
            </p:cNvPr>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a:extLst>
                <a:ext uri="{FF2B5EF4-FFF2-40B4-BE49-F238E27FC236}">
                  <a16:creationId xmlns:a16="http://schemas.microsoft.com/office/drawing/2014/main" id="{7E04AF05-A1CD-A411-900E-F179DA4E6E06}"/>
                </a:ext>
              </a:extLst>
            </p:cNvPr>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a:extLst>
                <a:ext uri="{FF2B5EF4-FFF2-40B4-BE49-F238E27FC236}">
                  <a16:creationId xmlns:a16="http://schemas.microsoft.com/office/drawing/2014/main" id="{C6164ED6-FD9F-2A70-FCDE-B30C5EC71DBA}"/>
                </a:ext>
              </a:extLst>
            </p:cNvPr>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a:extLst>
                <a:ext uri="{FF2B5EF4-FFF2-40B4-BE49-F238E27FC236}">
                  <a16:creationId xmlns:a16="http://schemas.microsoft.com/office/drawing/2014/main" id="{A38BF96D-3A4F-D2C7-5AB6-0ABB2D93C908}"/>
                </a:ext>
              </a:extLst>
            </p:cNvPr>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a:extLst>
                <a:ext uri="{FF2B5EF4-FFF2-40B4-BE49-F238E27FC236}">
                  <a16:creationId xmlns:a16="http://schemas.microsoft.com/office/drawing/2014/main" id="{9F923491-199A-8AC3-961E-139B7232E7F6}"/>
                </a:ext>
              </a:extLst>
            </p:cNvPr>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a:extLst>
                <a:ext uri="{FF2B5EF4-FFF2-40B4-BE49-F238E27FC236}">
                  <a16:creationId xmlns:a16="http://schemas.microsoft.com/office/drawing/2014/main" id="{602487B7-9CE9-3F42-3D86-2AF614FAFB17}"/>
                </a:ext>
              </a:extLst>
            </p:cNvPr>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a:extLst>
                <a:ext uri="{FF2B5EF4-FFF2-40B4-BE49-F238E27FC236}">
                  <a16:creationId xmlns:a16="http://schemas.microsoft.com/office/drawing/2014/main" id="{D16BEF84-3897-DBEF-DAE8-C204111CAA21}"/>
                </a:ext>
              </a:extLst>
            </p:cNvPr>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a:extLst>
                <a:ext uri="{FF2B5EF4-FFF2-40B4-BE49-F238E27FC236}">
                  <a16:creationId xmlns:a16="http://schemas.microsoft.com/office/drawing/2014/main" id="{D1C5239F-D0A9-DE73-40B3-3CBC1B7CD56D}"/>
                </a:ext>
              </a:extLst>
            </p:cNvPr>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a:extLst>
                <a:ext uri="{FF2B5EF4-FFF2-40B4-BE49-F238E27FC236}">
                  <a16:creationId xmlns:a16="http://schemas.microsoft.com/office/drawing/2014/main" id="{13FD7077-B5AE-BF5F-A7C8-9E1956CF826C}"/>
                </a:ext>
              </a:extLst>
            </p:cNvPr>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a:extLst>
                <a:ext uri="{FF2B5EF4-FFF2-40B4-BE49-F238E27FC236}">
                  <a16:creationId xmlns:a16="http://schemas.microsoft.com/office/drawing/2014/main" id="{24744C6A-1491-A8AB-9A75-D553EA069683}"/>
                </a:ext>
              </a:extLst>
            </p:cNvPr>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a:extLst>
                <a:ext uri="{FF2B5EF4-FFF2-40B4-BE49-F238E27FC236}">
                  <a16:creationId xmlns:a16="http://schemas.microsoft.com/office/drawing/2014/main" id="{D5C25CBB-90E3-47C6-DD1F-E9F2ECE11779}"/>
                </a:ext>
              </a:extLst>
            </p:cNvPr>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a:extLst>
                <a:ext uri="{FF2B5EF4-FFF2-40B4-BE49-F238E27FC236}">
                  <a16:creationId xmlns:a16="http://schemas.microsoft.com/office/drawing/2014/main" id="{AEE6DFD9-DF79-077D-576E-BCB4E0626303}"/>
                </a:ext>
              </a:extLst>
            </p:cNvPr>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a:extLst>
                <a:ext uri="{FF2B5EF4-FFF2-40B4-BE49-F238E27FC236}">
                  <a16:creationId xmlns:a16="http://schemas.microsoft.com/office/drawing/2014/main" id="{5659CC51-40D4-4187-1A5D-F49CF2069557}"/>
                </a:ext>
              </a:extLst>
            </p:cNvPr>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a:extLst>
                <a:ext uri="{FF2B5EF4-FFF2-40B4-BE49-F238E27FC236}">
                  <a16:creationId xmlns:a16="http://schemas.microsoft.com/office/drawing/2014/main" id="{94B35FBC-3064-7A3F-FE60-38BC49BA8AAA}"/>
                </a:ext>
              </a:extLst>
            </p:cNvPr>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a:extLst>
                <a:ext uri="{FF2B5EF4-FFF2-40B4-BE49-F238E27FC236}">
                  <a16:creationId xmlns:a16="http://schemas.microsoft.com/office/drawing/2014/main" id="{CFC605A7-63A3-224B-E416-F630EB420177}"/>
                </a:ext>
              </a:extLst>
            </p:cNvPr>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a:extLst>
                <a:ext uri="{FF2B5EF4-FFF2-40B4-BE49-F238E27FC236}">
                  <a16:creationId xmlns:a16="http://schemas.microsoft.com/office/drawing/2014/main" id="{0F3ED5D3-5A12-F9F4-340D-296B609319B8}"/>
                </a:ext>
              </a:extLst>
            </p:cNvPr>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a:extLst>
                <a:ext uri="{FF2B5EF4-FFF2-40B4-BE49-F238E27FC236}">
                  <a16:creationId xmlns:a16="http://schemas.microsoft.com/office/drawing/2014/main" id="{C0C39D7F-CDE6-D687-9342-42612C85F23F}"/>
                </a:ext>
              </a:extLst>
            </p:cNvPr>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096FD7C0-E40E-1181-5F70-108B682DD4F0}"/>
                </a:ext>
              </a:extLst>
            </p:cNvPr>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a:extLst>
                <a:ext uri="{FF2B5EF4-FFF2-40B4-BE49-F238E27FC236}">
                  <a16:creationId xmlns:a16="http://schemas.microsoft.com/office/drawing/2014/main" id="{44021B2C-8D80-C5E7-0616-DFD1FC1E5F9C}"/>
                </a:ext>
              </a:extLst>
            </p:cNvPr>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a:extLst>
                <a:ext uri="{FF2B5EF4-FFF2-40B4-BE49-F238E27FC236}">
                  <a16:creationId xmlns:a16="http://schemas.microsoft.com/office/drawing/2014/main" id="{765B0317-EE99-C706-3230-8FA827846507}"/>
                </a:ext>
              </a:extLst>
            </p:cNvPr>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a:extLst>
                <a:ext uri="{FF2B5EF4-FFF2-40B4-BE49-F238E27FC236}">
                  <a16:creationId xmlns:a16="http://schemas.microsoft.com/office/drawing/2014/main" id="{3CBD01E0-06C0-0357-87A3-DA86FF4E0E18}"/>
                </a:ext>
              </a:extLst>
            </p:cNvPr>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a:extLst>
                <a:ext uri="{FF2B5EF4-FFF2-40B4-BE49-F238E27FC236}">
                  <a16:creationId xmlns:a16="http://schemas.microsoft.com/office/drawing/2014/main" id="{9140FFA7-125B-8244-812A-5FEDCA5DF002}"/>
                </a:ext>
              </a:extLst>
            </p:cNvPr>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a:extLst>
                <a:ext uri="{FF2B5EF4-FFF2-40B4-BE49-F238E27FC236}">
                  <a16:creationId xmlns:a16="http://schemas.microsoft.com/office/drawing/2014/main" id="{3BD4A12F-BED2-4902-4D47-890C4657787C}"/>
                </a:ext>
              </a:extLst>
            </p:cNvPr>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a:extLst>
                <a:ext uri="{FF2B5EF4-FFF2-40B4-BE49-F238E27FC236}">
                  <a16:creationId xmlns:a16="http://schemas.microsoft.com/office/drawing/2014/main" id="{277DEE56-2015-7F96-24F2-5D947A36249B}"/>
                </a:ext>
              </a:extLst>
            </p:cNvPr>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a:extLst>
                <a:ext uri="{FF2B5EF4-FFF2-40B4-BE49-F238E27FC236}">
                  <a16:creationId xmlns:a16="http://schemas.microsoft.com/office/drawing/2014/main" id="{342174D1-2B01-B570-1BCA-1C9CFF859582}"/>
                </a:ext>
              </a:extLst>
            </p:cNvPr>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a:extLst>
                <a:ext uri="{FF2B5EF4-FFF2-40B4-BE49-F238E27FC236}">
                  <a16:creationId xmlns:a16="http://schemas.microsoft.com/office/drawing/2014/main" id="{4803F07C-8323-683B-82D9-92F3C1DF0CE3}"/>
                </a:ext>
              </a:extLst>
            </p:cNvPr>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a:extLst>
                <a:ext uri="{FF2B5EF4-FFF2-40B4-BE49-F238E27FC236}">
                  <a16:creationId xmlns:a16="http://schemas.microsoft.com/office/drawing/2014/main" id="{410AAEE9-67D6-369D-9E95-4763CE98C352}"/>
                </a:ext>
              </a:extLst>
            </p:cNvPr>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a:extLst>
                <a:ext uri="{FF2B5EF4-FFF2-40B4-BE49-F238E27FC236}">
                  <a16:creationId xmlns:a16="http://schemas.microsoft.com/office/drawing/2014/main" id="{01A55FAD-4BC4-24C2-C101-B92710B0760E}"/>
                </a:ext>
              </a:extLst>
            </p:cNvPr>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a:extLst>
                <a:ext uri="{FF2B5EF4-FFF2-40B4-BE49-F238E27FC236}">
                  <a16:creationId xmlns:a16="http://schemas.microsoft.com/office/drawing/2014/main" id="{00460BD9-E213-2AB6-2168-0766370AB8E8}"/>
                </a:ext>
              </a:extLst>
            </p:cNvPr>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a:extLst>
                <a:ext uri="{FF2B5EF4-FFF2-40B4-BE49-F238E27FC236}">
                  <a16:creationId xmlns:a16="http://schemas.microsoft.com/office/drawing/2014/main" id="{6FA89664-5877-3C9B-DFEB-6E4BC1B6A95E}"/>
                </a:ext>
              </a:extLst>
            </p:cNvPr>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a:extLst>
                <a:ext uri="{FF2B5EF4-FFF2-40B4-BE49-F238E27FC236}">
                  <a16:creationId xmlns:a16="http://schemas.microsoft.com/office/drawing/2014/main" id="{0916A96C-D8FE-5825-29C3-9428F963D466}"/>
                </a:ext>
              </a:extLst>
            </p:cNvPr>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a:extLst>
                <a:ext uri="{FF2B5EF4-FFF2-40B4-BE49-F238E27FC236}">
                  <a16:creationId xmlns:a16="http://schemas.microsoft.com/office/drawing/2014/main" id="{13AA8252-EDB5-36EB-10EF-8DB816E45ECB}"/>
                </a:ext>
              </a:extLst>
            </p:cNvPr>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a:extLst>
                <a:ext uri="{FF2B5EF4-FFF2-40B4-BE49-F238E27FC236}">
                  <a16:creationId xmlns:a16="http://schemas.microsoft.com/office/drawing/2014/main" id="{ED8CCB02-771D-A49C-26D6-20B63E809285}"/>
                </a:ext>
              </a:extLst>
            </p:cNvPr>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a:extLst>
                <a:ext uri="{FF2B5EF4-FFF2-40B4-BE49-F238E27FC236}">
                  <a16:creationId xmlns:a16="http://schemas.microsoft.com/office/drawing/2014/main" id="{B963F0FE-507F-5912-322C-17650D3C718C}"/>
                </a:ext>
              </a:extLst>
            </p:cNvPr>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a:extLst>
                <a:ext uri="{FF2B5EF4-FFF2-40B4-BE49-F238E27FC236}">
                  <a16:creationId xmlns:a16="http://schemas.microsoft.com/office/drawing/2014/main" id="{A93850AF-1027-9648-7899-49655EDE9769}"/>
                </a:ext>
              </a:extLst>
            </p:cNvPr>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a:extLst>
                <a:ext uri="{FF2B5EF4-FFF2-40B4-BE49-F238E27FC236}">
                  <a16:creationId xmlns:a16="http://schemas.microsoft.com/office/drawing/2014/main" id="{771E7D58-94B3-8DCB-2427-9D9FAF5A3BFB}"/>
                </a:ext>
              </a:extLst>
            </p:cNvPr>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a:extLst>
                <a:ext uri="{FF2B5EF4-FFF2-40B4-BE49-F238E27FC236}">
                  <a16:creationId xmlns:a16="http://schemas.microsoft.com/office/drawing/2014/main" id="{B149CE5D-3134-A4CF-4578-F351C24E4946}"/>
                </a:ext>
              </a:extLst>
            </p:cNvPr>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a:extLst>
                <a:ext uri="{FF2B5EF4-FFF2-40B4-BE49-F238E27FC236}">
                  <a16:creationId xmlns:a16="http://schemas.microsoft.com/office/drawing/2014/main" id="{4736688C-F39F-13EF-25B7-F14D3FE413F8}"/>
                </a:ext>
              </a:extLst>
            </p:cNvPr>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a:extLst>
                <a:ext uri="{FF2B5EF4-FFF2-40B4-BE49-F238E27FC236}">
                  <a16:creationId xmlns:a16="http://schemas.microsoft.com/office/drawing/2014/main" id="{D60EFAFB-B7E2-4A64-4D5D-732C9563BC4A}"/>
                </a:ext>
              </a:extLst>
            </p:cNvPr>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a:extLst>
                <a:ext uri="{FF2B5EF4-FFF2-40B4-BE49-F238E27FC236}">
                  <a16:creationId xmlns:a16="http://schemas.microsoft.com/office/drawing/2014/main" id="{F3007D73-B5DE-326E-9DC7-71FFB50A3A34}"/>
                </a:ext>
              </a:extLst>
            </p:cNvPr>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a:extLst>
                <a:ext uri="{FF2B5EF4-FFF2-40B4-BE49-F238E27FC236}">
                  <a16:creationId xmlns:a16="http://schemas.microsoft.com/office/drawing/2014/main" id="{99D209C8-7EE0-DC05-CEB1-D0A7DA8802CE}"/>
                </a:ext>
              </a:extLst>
            </p:cNvPr>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a:extLst>
                <a:ext uri="{FF2B5EF4-FFF2-40B4-BE49-F238E27FC236}">
                  <a16:creationId xmlns:a16="http://schemas.microsoft.com/office/drawing/2014/main" id="{5DF62994-7BD4-DAD5-DD21-97968E992DEB}"/>
                </a:ext>
              </a:extLst>
            </p:cNvPr>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a:extLst>
                <a:ext uri="{FF2B5EF4-FFF2-40B4-BE49-F238E27FC236}">
                  <a16:creationId xmlns:a16="http://schemas.microsoft.com/office/drawing/2014/main" id="{3BC2539D-777F-7260-D8F4-4940369DFD30}"/>
                </a:ext>
              </a:extLst>
            </p:cNvPr>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a:extLst>
                <a:ext uri="{FF2B5EF4-FFF2-40B4-BE49-F238E27FC236}">
                  <a16:creationId xmlns:a16="http://schemas.microsoft.com/office/drawing/2014/main" id="{6F22E38A-C1FA-A713-1325-6CAD11003B81}"/>
                </a:ext>
              </a:extLst>
            </p:cNvPr>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a:extLst>
                <a:ext uri="{FF2B5EF4-FFF2-40B4-BE49-F238E27FC236}">
                  <a16:creationId xmlns:a16="http://schemas.microsoft.com/office/drawing/2014/main" id="{B97C5500-0449-4203-FD74-4C1DCC2675E7}"/>
                </a:ext>
              </a:extLst>
            </p:cNvPr>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a:extLst>
                <a:ext uri="{FF2B5EF4-FFF2-40B4-BE49-F238E27FC236}">
                  <a16:creationId xmlns:a16="http://schemas.microsoft.com/office/drawing/2014/main" id="{0AEA5579-5BD9-12B7-7E0D-C391F10EACA8}"/>
                </a:ext>
              </a:extLst>
            </p:cNvPr>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a:extLst>
                <a:ext uri="{FF2B5EF4-FFF2-40B4-BE49-F238E27FC236}">
                  <a16:creationId xmlns:a16="http://schemas.microsoft.com/office/drawing/2014/main" id="{DE1E419E-BC7F-3F80-B788-D2903B0CBBE0}"/>
                </a:ext>
              </a:extLst>
            </p:cNvPr>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a:extLst>
                <a:ext uri="{FF2B5EF4-FFF2-40B4-BE49-F238E27FC236}">
                  <a16:creationId xmlns:a16="http://schemas.microsoft.com/office/drawing/2014/main" id="{29DB0E79-1431-7FF1-762A-589CDC852953}"/>
                </a:ext>
              </a:extLst>
            </p:cNvPr>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a:extLst>
                <a:ext uri="{FF2B5EF4-FFF2-40B4-BE49-F238E27FC236}">
                  <a16:creationId xmlns:a16="http://schemas.microsoft.com/office/drawing/2014/main" id="{3BEF21A2-1F1C-025D-B261-C02215A12A6D}"/>
                </a:ext>
              </a:extLst>
            </p:cNvPr>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a:extLst>
                <a:ext uri="{FF2B5EF4-FFF2-40B4-BE49-F238E27FC236}">
                  <a16:creationId xmlns:a16="http://schemas.microsoft.com/office/drawing/2014/main" id="{92D8F9FA-1033-4336-B998-9564E6A485D8}"/>
                </a:ext>
              </a:extLst>
            </p:cNvPr>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a:extLst>
                <a:ext uri="{FF2B5EF4-FFF2-40B4-BE49-F238E27FC236}">
                  <a16:creationId xmlns:a16="http://schemas.microsoft.com/office/drawing/2014/main" id="{4EECCE5C-4F72-A6CC-7BA5-E6D4AC0E09C0}"/>
                </a:ext>
              </a:extLst>
            </p:cNvPr>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a:extLst>
                <a:ext uri="{FF2B5EF4-FFF2-40B4-BE49-F238E27FC236}">
                  <a16:creationId xmlns:a16="http://schemas.microsoft.com/office/drawing/2014/main" id="{7470FF79-CB71-5894-4D2E-A12D1F8D1476}"/>
                </a:ext>
              </a:extLst>
            </p:cNvPr>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a:extLst>
                <a:ext uri="{FF2B5EF4-FFF2-40B4-BE49-F238E27FC236}">
                  <a16:creationId xmlns:a16="http://schemas.microsoft.com/office/drawing/2014/main" id="{1EC8B2E1-0D30-0A60-BE8C-F32E897FC222}"/>
                </a:ext>
              </a:extLst>
            </p:cNvPr>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a:extLst>
                <a:ext uri="{FF2B5EF4-FFF2-40B4-BE49-F238E27FC236}">
                  <a16:creationId xmlns:a16="http://schemas.microsoft.com/office/drawing/2014/main" id="{4199A908-3D66-E8E2-C2BD-F8FD8C7988B6}"/>
                </a:ext>
              </a:extLst>
            </p:cNvPr>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a:extLst>
                <a:ext uri="{FF2B5EF4-FFF2-40B4-BE49-F238E27FC236}">
                  <a16:creationId xmlns:a16="http://schemas.microsoft.com/office/drawing/2014/main" id="{C61A520B-155A-8BB0-40D0-3139C8478E0E}"/>
                </a:ext>
              </a:extLst>
            </p:cNvPr>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a:extLst>
                <a:ext uri="{FF2B5EF4-FFF2-40B4-BE49-F238E27FC236}">
                  <a16:creationId xmlns:a16="http://schemas.microsoft.com/office/drawing/2014/main" id="{BDB025D0-46BB-86A8-BF53-FC4CA7219549}"/>
                </a:ext>
              </a:extLst>
            </p:cNvPr>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a:extLst>
                <a:ext uri="{FF2B5EF4-FFF2-40B4-BE49-F238E27FC236}">
                  <a16:creationId xmlns:a16="http://schemas.microsoft.com/office/drawing/2014/main" id="{16706F6F-ED53-A88D-8272-13328D4B138F}"/>
                </a:ext>
              </a:extLst>
            </p:cNvPr>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a:extLst>
                <a:ext uri="{FF2B5EF4-FFF2-40B4-BE49-F238E27FC236}">
                  <a16:creationId xmlns:a16="http://schemas.microsoft.com/office/drawing/2014/main" id="{AAFE0E4A-5846-6086-5191-A0EA8C58440A}"/>
                </a:ext>
              </a:extLst>
            </p:cNvPr>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a:extLst>
                <a:ext uri="{FF2B5EF4-FFF2-40B4-BE49-F238E27FC236}">
                  <a16:creationId xmlns:a16="http://schemas.microsoft.com/office/drawing/2014/main" id="{8CDDDF1B-79AA-2C8B-5218-AE7289670E60}"/>
                </a:ext>
              </a:extLst>
            </p:cNvPr>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a:extLst>
                <a:ext uri="{FF2B5EF4-FFF2-40B4-BE49-F238E27FC236}">
                  <a16:creationId xmlns:a16="http://schemas.microsoft.com/office/drawing/2014/main" id="{0A28660D-5709-CA39-4CCD-793FD4BAB64E}"/>
                </a:ext>
              </a:extLst>
            </p:cNvPr>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a:extLst>
                <a:ext uri="{FF2B5EF4-FFF2-40B4-BE49-F238E27FC236}">
                  <a16:creationId xmlns:a16="http://schemas.microsoft.com/office/drawing/2014/main" id="{D2466EDD-D2FA-2C5C-1788-040420D456F6}"/>
                </a:ext>
              </a:extLst>
            </p:cNvPr>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a:extLst>
                <a:ext uri="{FF2B5EF4-FFF2-40B4-BE49-F238E27FC236}">
                  <a16:creationId xmlns:a16="http://schemas.microsoft.com/office/drawing/2014/main" id="{001EA8F4-529A-0236-3E03-A8E6E965C6A7}"/>
                </a:ext>
              </a:extLst>
            </p:cNvPr>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a:extLst>
                <a:ext uri="{FF2B5EF4-FFF2-40B4-BE49-F238E27FC236}">
                  <a16:creationId xmlns:a16="http://schemas.microsoft.com/office/drawing/2014/main" id="{BE6503D4-EFA7-C3E6-EC48-93D32880C3C8}"/>
                </a:ext>
              </a:extLst>
            </p:cNvPr>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a:extLst>
                <a:ext uri="{FF2B5EF4-FFF2-40B4-BE49-F238E27FC236}">
                  <a16:creationId xmlns:a16="http://schemas.microsoft.com/office/drawing/2014/main" id="{5A25CB7F-B4D5-F032-7A02-45F06F8D6536}"/>
                </a:ext>
              </a:extLst>
            </p:cNvPr>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a:extLst>
                <a:ext uri="{FF2B5EF4-FFF2-40B4-BE49-F238E27FC236}">
                  <a16:creationId xmlns:a16="http://schemas.microsoft.com/office/drawing/2014/main" id="{92BCB142-76BF-58AD-C233-83D0D8695DF3}"/>
                </a:ext>
              </a:extLst>
            </p:cNvPr>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a:extLst>
                <a:ext uri="{FF2B5EF4-FFF2-40B4-BE49-F238E27FC236}">
                  <a16:creationId xmlns:a16="http://schemas.microsoft.com/office/drawing/2014/main" id="{A3A702DB-74D7-B7BD-2FB0-BC1E5F6C74C4}"/>
                </a:ext>
              </a:extLst>
            </p:cNvPr>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a:extLst>
                <a:ext uri="{FF2B5EF4-FFF2-40B4-BE49-F238E27FC236}">
                  <a16:creationId xmlns:a16="http://schemas.microsoft.com/office/drawing/2014/main" id="{CED0BA8F-A888-6B4F-2A79-79B60D8BE97F}"/>
                </a:ext>
              </a:extLst>
            </p:cNvPr>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a:extLst>
                <a:ext uri="{FF2B5EF4-FFF2-40B4-BE49-F238E27FC236}">
                  <a16:creationId xmlns:a16="http://schemas.microsoft.com/office/drawing/2014/main" id="{9D05DCF1-68A0-56DF-FD16-19E21C527384}"/>
                </a:ext>
              </a:extLst>
            </p:cNvPr>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a:extLst>
                <a:ext uri="{FF2B5EF4-FFF2-40B4-BE49-F238E27FC236}">
                  <a16:creationId xmlns:a16="http://schemas.microsoft.com/office/drawing/2014/main" id="{79B49648-670E-4E6B-D4B2-A0E4E7B7A1D5}"/>
                </a:ext>
              </a:extLst>
            </p:cNvPr>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a:extLst>
                <a:ext uri="{FF2B5EF4-FFF2-40B4-BE49-F238E27FC236}">
                  <a16:creationId xmlns:a16="http://schemas.microsoft.com/office/drawing/2014/main" id="{A0043CD8-1801-8883-A7A5-607F6B187364}"/>
                </a:ext>
              </a:extLst>
            </p:cNvPr>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a:extLst>
                <a:ext uri="{FF2B5EF4-FFF2-40B4-BE49-F238E27FC236}">
                  <a16:creationId xmlns:a16="http://schemas.microsoft.com/office/drawing/2014/main" id="{D97A0ED5-8D1E-1D02-73F1-368AD63438BB}"/>
                </a:ext>
              </a:extLst>
            </p:cNvPr>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a:extLst>
                <a:ext uri="{FF2B5EF4-FFF2-40B4-BE49-F238E27FC236}">
                  <a16:creationId xmlns:a16="http://schemas.microsoft.com/office/drawing/2014/main" id="{5CE7259F-EF55-0A81-B1C6-39D587FCF53F}"/>
                </a:ext>
              </a:extLst>
            </p:cNvPr>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a:extLst>
                <a:ext uri="{FF2B5EF4-FFF2-40B4-BE49-F238E27FC236}">
                  <a16:creationId xmlns:a16="http://schemas.microsoft.com/office/drawing/2014/main" id="{97E0E754-5477-2301-8D94-4A50F5340693}"/>
                </a:ext>
              </a:extLst>
            </p:cNvPr>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a:extLst>
                <a:ext uri="{FF2B5EF4-FFF2-40B4-BE49-F238E27FC236}">
                  <a16:creationId xmlns:a16="http://schemas.microsoft.com/office/drawing/2014/main" id="{56094DAB-67AA-02FC-121F-ACF29EE2419F}"/>
                </a:ext>
              </a:extLst>
            </p:cNvPr>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a:extLst>
                <a:ext uri="{FF2B5EF4-FFF2-40B4-BE49-F238E27FC236}">
                  <a16:creationId xmlns:a16="http://schemas.microsoft.com/office/drawing/2014/main" id="{D112BA44-DC53-69CA-2C7C-39AD19AEB2C0}"/>
                </a:ext>
              </a:extLst>
            </p:cNvPr>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a:extLst>
                <a:ext uri="{FF2B5EF4-FFF2-40B4-BE49-F238E27FC236}">
                  <a16:creationId xmlns:a16="http://schemas.microsoft.com/office/drawing/2014/main" id="{56E9B395-7F7D-019F-DF7A-FB1630081A5A}"/>
                </a:ext>
              </a:extLst>
            </p:cNvPr>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a:extLst>
                <a:ext uri="{FF2B5EF4-FFF2-40B4-BE49-F238E27FC236}">
                  <a16:creationId xmlns:a16="http://schemas.microsoft.com/office/drawing/2014/main" id="{5F518EDC-7C23-D680-018B-398FD11AE3DA}"/>
                </a:ext>
              </a:extLst>
            </p:cNvPr>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a:extLst>
                <a:ext uri="{FF2B5EF4-FFF2-40B4-BE49-F238E27FC236}">
                  <a16:creationId xmlns:a16="http://schemas.microsoft.com/office/drawing/2014/main" id="{1807B07F-6ECA-AC6E-2398-9016F885FF5C}"/>
                </a:ext>
              </a:extLst>
            </p:cNvPr>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a:extLst>
                <a:ext uri="{FF2B5EF4-FFF2-40B4-BE49-F238E27FC236}">
                  <a16:creationId xmlns:a16="http://schemas.microsoft.com/office/drawing/2014/main" id="{C0011BAA-CE8E-471B-3A7B-5B229046521F}"/>
                </a:ext>
              </a:extLst>
            </p:cNvPr>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a:extLst>
                <a:ext uri="{FF2B5EF4-FFF2-40B4-BE49-F238E27FC236}">
                  <a16:creationId xmlns:a16="http://schemas.microsoft.com/office/drawing/2014/main" id="{ACCF9DE6-601B-6BC3-5D4A-061CEB7D33EA}"/>
                </a:ext>
              </a:extLst>
            </p:cNvPr>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a:extLst>
                <a:ext uri="{FF2B5EF4-FFF2-40B4-BE49-F238E27FC236}">
                  <a16:creationId xmlns:a16="http://schemas.microsoft.com/office/drawing/2014/main" id="{CF92F278-A182-07B1-0775-A10DC695863B}"/>
                </a:ext>
              </a:extLst>
            </p:cNvPr>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a:extLst>
                <a:ext uri="{FF2B5EF4-FFF2-40B4-BE49-F238E27FC236}">
                  <a16:creationId xmlns:a16="http://schemas.microsoft.com/office/drawing/2014/main" id="{5CA5FEF6-A7D4-5E82-3415-6FDC99A97874}"/>
                </a:ext>
              </a:extLst>
            </p:cNvPr>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a:extLst>
                <a:ext uri="{FF2B5EF4-FFF2-40B4-BE49-F238E27FC236}">
                  <a16:creationId xmlns:a16="http://schemas.microsoft.com/office/drawing/2014/main" id="{D8D1B0DC-13BA-0C26-AF4D-29C7B4AD3AFD}"/>
                </a:ext>
              </a:extLst>
            </p:cNvPr>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a:extLst>
                <a:ext uri="{FF2B5EF4-FFF2-40B4-BE49-F238E27FC236}">
                  <a16:creationId xmlns:a16="http://schemas.microsoft.com/office/drawing/2014/main" id="{99168E8E-6681-6747-A06B-A4E8AF2FADD1}"/>
                </a:ext>
              </a:extLst>
            </p:cNvPr>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a:extLst>
                <a:ext uri="{FF2B5EF4-FFF2-40B4-BE49-F238E27FC236}">
                  <a16:creationId xmlns:a16="http://schemas.microsoft.com/office/drawing/2014/main" id="{8D46A42A-D4CA-DB06-824D-EC1C626B1CE5}"/>
                </a:ext>
              </a:extLst>
            </p:cNvPr>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a:extLst>
                <a:ext uri="{FF2B5EF4-FFF2-40B4-BE49-F238E27FC236}">
                  <a16:creationId xmlns:a16="http://schemas.microsoft.com/office/drawing/2014/main" id="{4167C9AC-1366-427F-EB93-962759C0426F}"/>
                </a:ext>
              </a:extLst>
            </p:cNvPr>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a:extLst>
                <a:ext uri="{FF2B5EF4-FFF2-40B4-BE49-F238E27FC236}">
                  <a16:creationId xmlns:a16="http://schemas.microsoft.com/office/drawing/2014/main" id="{BFB4EF37-71FC-4E8C-5661-2E8BF16FD2FD}"/>
                </a:ext>
              </a:extLst>
            </p:cNvPr>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a:extLst>
                <a:ext uri="{FF2B5EF4-FFF2-40B4-BE49-F238E27FC236}">
                  <a16:creationId xmlns:a16="http://schemas.microsoft.com/office/drawing/2014/main" id="{508B41CC-F8B9-AA15-36C8-CEC624EDB84B}"/>
                </a:ext>
              </a:extLst>
            </p:cNvPr>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a:extLst>
                <a:ext uri="{FF2B5EF4-FFF2-40B4-BE49-F238E27FC236}">
                  <a16:creationId xmlns:a16="http://schemas.microsoft.com/office/drawing/2014/main" id="{480844C3-037C-483C-BE99-B559A36AEE16}"/>
                </a:ext>
              </a:extLst>
            </p:cNvPr>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a:extLst>
                <a:ext uri="{FF2B5EF4-FFF2-40B4-BE49-F238E27FC236}">
                  <a16:creationId xmlns:a16="http://schemas.microsoft.com/office/drawing/2014/main" id="{FC0087A0-D2D6-6D38-8E2C-69F5C4C21429}"/>
                </a:ext>
              </a:extLst>
            </p:cNvPr>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a:extLst>
                <a:ext uri="{FF2B5EF4-FFF2-40B4-BE49-F238E27FC236}">
                  <a16:creationId xmlns:a16="http://schemas.microsoft.com/office/drawing/2014/main" id="{3122FD3A-CF97-3B10-C328-3EF25D66FE5C}"/>
                </a:ext>
              </a:extLst>
            </p:cNvPr>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a:extLst>
                <a:ext uri="{FF2B5EF4-FFF2-40B4-BE49-F238E27FC236}">
                  <a16:creationId xmlns:a16="http://schemas.microsoft.com/office/drawing/2014/main" id="{7B0D152F-9223-9DD9-4D30-BFD653F9178A}"/>
                </a:ext>
              </a:extLst>
            </p:cNvPr>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a:extLst>
                <a:ext uri="{FF2B5EF4-FFF2-40B4-BE49-F238E27FC236}">
                  <a16:creationId xmlns:a16="http://schemas.microsoft.com/office/drawing/2014/main" id="{B53CA4AF-A55F-7610-F3FD-9AABB9F9A31A}"/>
                </a:ext>
              </a:extLst>
            </p:cNvPr>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a:extLst>
                <a:ext uri="{FF2B5EF4-FFF2-40B4-BE49-F238E27FC236}">
                  <a16:creationId xmlns:a16="http://schemas.microsoft.com/office/drawing/2014/main" id="{A2195CB4-1381-09B9-64E4-69FCD1431832}"/>
                </a:ext>
              </a:extLst>
            </p:cNvPr>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a:extLst>
                <a:ext uri="{FF2B5EF4-FFF2-40B4-BE49-F238E27FC236}">
                  <a16:creationId xmlns:a16="http://schemas.microsoft.com/office/drawing/2014/main" id="{59D9AA66-806C-E06A-E3FC-3924CA7E1224}"/>
                </a:ext>
              </a:extLst>
            </p:cNvPr>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a:extLst>
                <a:ext uri="{FF2B5EF4-FFF2-40B4-BE49-F238E27FC236}">
                  <a16:creationId xmlns:a16="http://schemas.microsoft.com/office/drawing/2014/main" id="{62783CBB-C85F-7171-278D-97CAA69F78EF}"/>
                </a:ext>
              </a:extLst>
            </p:cNvPr>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a:extLst>
                <a:ext uri="{FF2B5EF4-FFF2-40B4-BE49-F238E27FC236}">
                  <a16:creationId xmlns:a16="http://schemas.microsoft.com/office/drawing/2014/main" id="{DC81C4EC-B2D8-07E2-627C-B8CB30F677BC}"/>
                </a:ext>
              </a:extLst>
            </p:cNvPr>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a:extLst>
                <a:ext uri="{FF2B5EF4-FFF2-40B4-BE49-F238E27FC236}">
                  <a16:creationId xmlns:a16="http://schemas.microsoft.com/office/drawing/2014/main" id="{A99270B1-83DD-09B3-DFC6-98B9884AB12E}"/>
                </a:ext>
              </a:extLst>
            </p:cNvPr>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a:extLst>
                <a:ext uri="{FF2B5EF4-FFF2-40B4-BE49-F238E27FC236}">
                  <a16:creationId xmlns:a16="http://schemas.microsoft.com/office/drawing/2014/main" id="{A1C0262C-73A1-C865-6031-A700A9ECA9D1}"/>
                </a:ext>
              </a:extLst>
            </p:cNvPr>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a:extLst>
                <a:ext uri="{FF2B5EF4-FFF2-40B4-BE49-F238E27FC236}">
                  <a16:creationId xmlns:a16="http://schemas.microsoft.com/office/drawing/2014/main" id="{68EFC58C-8FFC-31CB-1BA6-E4D77696037F}"/>
                </a:ext>
              </a:extLst>
            </p:cNvPr>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a:extLst>
                <a:ext uri="{FF2B5EF4-FFF2-40B4-BE49-F238E27FC236}">
                  <a16:creationId xmlns:a16="http://schemas.microsoft.com/office/drawing/2014/main" id="{26578B1E-822B-EDB2-48ED-E7E931DBC05E}"/>
                </a:ext>
              </a:extLst>
            </p:cNvPr>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a:extLst>
                <a:ext uri="{FF2B5EF4-FFF2-40B4-BE49-F238E27FC236}">
                  <a16:creationId xmlns:a16="http://schemas.microsoft.com/office/drawing/2014/main" id="{86578469-E9AF-1459-DA0D-5083B4C9F26B}"/>
                </a:ext>
              </a:extLst>
            </p:cNvPr>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a:extLst>
                <a:ext uri="{FF2B5EF4-FFF2-40B4-BE49-F238E27FC236}">
                  <a16:creationId xmlns:a16="http://schemas.microsoft.com/office/drawing/2014/main" id="{25842EEF-A2A8-C832-3933-D7B5D9D1216A}"/>
                </a:ext>
              </a:extLst>
            </p:cNvPr>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a:extLst>
                <a:ext uri="{FF2B5EF4-FFF2-40B4-BE49-F238E27FC236}">
                  <a16:creationId xmlns:a16="http://schemas.microsoft.com/office/drawing/2014/main" id="{644E0899-8580-6328-4A31-EB5D8A23749F}"/>
                </a:ext>
              </a:extLst>
            </p:cNvPr>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a:extLst>
                <a:ext uri="{FF2B5EF4-FFF2-40B4-BE49-F238E27FC236}">
                  <a16:creationId xmlns:a16="http://schemas.microsoft.com/office/drawing/2014/main" id="{5313F71C-3DB8-1AE9-3596-F8D76283D4F4}"/>
                </a:ext>
              </a:extLst>
            </p:cNvPr>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a:extLst>
                <a:ext uri="{FF2B5EF4-FFF2-40B4-BE49-F238E27FC236}">
                  <a16:creationId xmlns:a16="http://schemas.microsoft.com/office/drawing/2014/main" id="{8844FF0D-2BA5-DE1F-0753-A334728A2057}"/>
                </a:ext>
              </a:extLst>
            </p:cNvPr>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a:extLst>
              <a:ext uri="{FF2B5EF4-FFF2-40B4-BE49-F238E27FC236}">
                <a16:creationId xmlns:a16="http://schemas.microsoft.com/office/drawing/2014/main" id="{11293D3D-3AE3-5985-00D8-848A1388DA6B}"/>
              </a:ext>
            </a:extLst>
          </p:cNvPr>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399C8AEB-2102-6EA7-AA4F-8FEADFF26468}"/>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3215B151-4EFE-1D03-4273-4A11256C47C7}"/>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9749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F6E125-08F3-A04A-5FB5-A0F3D91402A4}"/>
              </a:ext>
            </a:extLst>
          </p:cNvPr>
          <p:cNvPicPr>
            <a:picLocks noChangeAspect="1"/>
          </p:cNvPicPr>
          <p:nvPr/>
        </p:nvPicPr>
        <p:blipFill>
          <a:blip r:embed="rId3"/>
          <a:stretch>
            <a:fillRect/>
          </a:stretch>
        </p:blipFill>
        <p:spPr>
          <a:xfrm>
            <a:off x="1" y="0"/>
            <a:ext cx="4572000" cy="2813159"/>
          </a:xfrm>
          <a:prstGeom prst="rect">
            <a:avLst/>
          </a:prstGeom>
        </p:spPr>
      </p:pic>
      <p:pic>
        <p:nvPicPr>
          <p:cNvPr id="8" name="Picture 7">
            <a:extLst>
              <a:ext uri="{FF2B5EF4-FFF2-40B4-BE49-F238E27FC236}">
                <a16:creationId xmlns:a16="http://schemas.microsoft.com/office/drawing/2014/main" id="{BA92F7B1-6B4C-75F9-3114-E2479801A5FE}"/>
              </a:ext>
            </a:extLst>
          </p:cNvPr>
          <p:cNvPicPr>
            <a:picLocks noChangeAspect="1"/>
          </p:cNvPicPr>
          <p:nvPr/>
        </p:nvPicPr>
        <p:blipFill>
          <a:blip r:embed="rId4"/>
          <a:stretch>
            <a:fillRect/>
          </a:stretch>
        </p:blipFill>
        <p:spPr>
          <a:xfrm>
            <a:off x="4572000" y="-1"/>
            <a:ext cx="4572000" cy="2813160"/>
          </a:xfrm>
          <a:prstGeom prst="rect">
            <a:avLst/>
          </a:prstGeom>
        </p:spPr>
      </p:pic>
      <p:sp>
        <p:nvSpPr>
          <p:cNvPr id="2" name="Text Placeholder 5">
            <a:extLst>
              <a:ext uri="{FF2B5EF4-FFF2-40B4-BE49-F238E27FC236}">
                <a16:creationId xmlns:a16="http://schemas.microsoft.com/office/drawing/2014/main" id="{B5E63EA5-1FC2-F06B-E04E-9EB97BC6530E}"/>
              </a:ext>
            </a:extLst>
          </p:cNvPr>
          <p:cNvSpPr txBox="1">
            <a:spLocks/>
          </p:cNvSpPr>
          <p:nvPr/>
        </p:nvSpPr>
        <p:spPr>
          <a:xfrm>
            <a:off x="4571999" y="2813159"/>
            <a:ext cx="4351283" cy="164023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139700" indent="0"/>
            <a:r>
              <a:rPr lang="en-US" sz="1600"/>
              <a:t>n = 297 (14 HSR, 183 CR)</a:t>
            </a:r>
          </a:p>
          <a:p>
            <a:r>
              <a:rPr lang="en-US" sz="1600"/>
              <a:t>Ratio has a greater variance as distance increases, but linear</a:t>
            </a:r>
          </a:p>
          <a:p>
            <a:r>
              <a:rPr lang="en-US" sz="1600"/>
              <a:t>CR slower, HSR faster (low sample size)</a:t>
            </a:r>
          </a:p>
          <a:p>
            <a:r>
              <a:rPr lang="en-US" sz="1600"/>
              <a:t>Much higher variability in rail, due to more service factors and interruptions</a:t>
            </a:r>
          </a:p>
        </p:txBody>
      </p:sp>
      <p:pic>
        <p:nvPicPr>
          <p:cNvPr id="7" name="Picture 6" descr="A screenshot of a graph&#10;&#10;AI-generated content may be incorrect.">
            <a:extLst>
              <a:ext uri="{FF2B5EF4-FFF2-40B4-BE49-F238E27FC236}">
                <a16:creationId xmlns:a16="http://schemas.microsoft.com/office/drawing/2014/main" id="{715D7F86-DE1E-AE86-E68A-D5D2594610EE}"/>
              </a:ext>
            </a:extLst>
          </p:cNvPr>
          <p:cNvPicPr>
            <a:picLocks noChangeAspect="1"/>
          </p:cNvPicPr>
          <p:nvPr/>
        </p:nvPicPr>
        <p:blipFill>
          <a:blip r:embed="rId5"/>
          <a:stretch>
            <a:fillRect/>
          </a:stretch>
        </p:blipFill>
        <p:spPr>
          <a:xfrm>
            <a:off x="0" y="2933700"/>
            <a:ext cx="4591050" cy="2209800"/>
          </a:xfrm>
          <a:prstGeom prst="rect">
            <a:avLst/>
          </a:prstGeom>
        </p:spPr>
      </p:pic>
    </p:spTree>
    <p:extLst>
      <p:ext uri="{BB962C8B-B14F-4D97-AF65-F5344CB8AC3E}">
        <p14:creationId xmlns:p14="http://schemas.microsoft.com/office/powerpoint/2010/main" val="995070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3437960F-F27D-1559-FA8F-6E227BA18F39}"/>
              </a:ext>
            </a:extLst>
          </p:cNvPr>
          <p:cNvSpPr>
            <a:spLocks noGrp="1"/>
          </p:cNvSpPr>
          <p:nvPr>
            <p:ph type="title"/>
          </p:nvPr>
        </p:nvSpPr>
        <p:spPr>
          <a:xfrm>
            <a:off x="720000" y="313343"/>
            <a:ext cx="7704000" cy="372119"/>
          </a:xfrm>
        </p:spPr>
        <p:txBody>
          <a:bodyPr/>
          <a:lstStyle/>
          <a:p>
            <a:pPr algn="l"/>
            <a:r>
              <a:rPr lang="en-US" sz="1600"/>
              <a:t>Paired T-testing</a:t>
            </a:r>
          </a:p>
        </p:txBody>
      </p:sp>
      <p:graphicFrame>
        <p:nvGraphicFramePr>
          <p:cNvPr id="2" name="Table 1">
            <a:extLst>
              <a:ext uri="{FF2B5EF4-FFF2-40B4-BE49-F238E27FC236}">
                <a16:creationId xmlns:a16="http://schemas.microsoft.com/office/drawing/2014/main" id="{5CE28652-4920-FAB3-3C6E-9937D43F412D}"/>
              </a:ext>
            </a:extLst>
          </p:cNvPr>
          <p:cNvGraphicFramePr>
            <a:graphicFrameLocks noGrp="1"/>
          </p:cNvGraphicFramePr>
          <p:nvPr/>
        </p:nvGraphicFramePr>
        <p:xfrm>
          <a:off x="813954" y="864408"/>
          <a:ext cx="7516092" cy="3414684"/>
        </p:xfrm>
        <a:graphic>
          <a:graphicData uri="http://schemas.openxmlformats.org/drawingml/2006/table">
            <a:tbl>
              <a:tblPr firstRow="1" bandRow="1">
                <a:tableStyleId>{0E3FDE45-AF77-4B5C-9715-49D594BDF05E}</a:tableStyleId>
              </a:tblPr>
              <a:tblGrid>
                <a:gridCol w="2505364">
                  <a:extLst>
                    <a:ext uri="{9D8B030D-6E8A-4147-A177-3AD203B41FA5}">
                      <a16:colId xmlns:a16="http://schemas.microsoft.com/office/drawing/2014/main" val="1492365339"/>
                    </a:ext>
                  </a:extLst>
                </a:gridCol>
                <a:gridCol w="2505364">
                  <a:extLst>
                    <a:ext uri="{9D8B030D-6E8A-4147-A177-3AD203B41FA5}">
                      <a16:colId xmlns:a16="http://schemas.microsoft.com/office/drawing/2014/main" val="1870639312"/>
                    </a:ext>
                  </a:extLst>
                </a:gridCol>
                <a:gridCol w="2505364">
                  <a:extLst>
                    <a:ext uri="{9D8B030D-6E8A-4147-A177-3AD203B41FA5}">
                      <a16:colId xmlns:a16="http://schemas.microsoft.com/office/drawing/2014/main" val="2697846043"/>
                    </a:ext>
                  </a:extLst>
                </a:gridCol>
              </a:tblGrid>
              <a:tr h="569114">
                <a:tc>
                  <a:txBody>
                    <a:bodyPr/>
                    <a:lstStyle/>
                    <a:p>
                      <a:endParaRPr lang="en-US"/>
                    </a:p>
                  </a:txBody>
                  <a:tcPr/>
                </a:tc>
                <a:tc>
                  <a:txBody>
                    <a:bodyPr/>
                    <a:lstStyle/>
                    <a:p>
                      <a:r>
                        <a:rPr lang="en-US"/>
                        <a:t>Conventional</a:t>
                      </a:r>
                    </a:p>
                  </a:txBody>
                  <a:tcPr/>
                </a:tc>
                <a:tc>
                  <a:txBody>
                    <a:bodyPr/>
                    <a:lstStyle/>
                    <a:p>
                      <a:r>
                        <a:rPr lang="en-US"/>
                        <a:t>High-Speed</a:t>
                      </a:r>
                    </a:p>
                  </a:txBody>
                  <a:tcPr/>
                </a:tc>
                <a:extLst>
                  <a:ext uri="{0D108BD9-81ED-4DB2-BD59-A6C34878D82A}">
                    <a16:rowId xmlns:a16="http://schemas.microsoft.com/office/drawing/2014/main" val="919350448"/>
                  </a:ext>
                </a:extLst>
              </a:tr>
              <a:tr h="569114">
                <a:tc>
                  <a:txBody>
                    <a:bodyPr/>
                    <a:lstStyle/>
                    <a:p>
                      <a:r>
                        <a:rPr lang="en-US"/>
                        <a:t>t</a:t>
                      </a:r>
                    </a:p>
                  </a:txBody>
                  <a:tcPr/>
                </a:tc>
                <a:tc>
                  <a:txBody>
                    <a:bodyPr/>
                    <a:lstStyle/>
                    <a:p>
                      <a:r>
                        <a:rPr lang="en-US"/>
                        <a:t>14.279</a:t>
                      </a:r>
                    </a:p>
                  </a:txBody>
                  <a:tcPr/>
                </a:tc>
                <a:tc>
                  <a:txBody>
                    <a:bodyPr/>
                    <a:lstStyle/>
                    <a:p>
                      <a:r>
                        <a:rPr lang="en-US"/>
                        <a:t>-3.1829</a:t>
                      </a:r>
                    </a:p>
                  </a:txBody>
                  <a:tcPr/>
                </a:tc>
                <a:extLst>
                  <a:ext uri="{0D108BD9-81ED-4DB2-BD59-A6C34878D82A}">
                    <a16:rowId xmlns:a16="http://schemas.microsoft.com/office/drawing/2014/main" val="1670122474"/>
                  </a:ext>
                </a:extLst>
              </a:tr>
              <a:tr h="569114">
                <a:tc>
                  <a:txBody>
                    <a:bodyPr/>
                    <a:lstStyle/>
                    <a:p>
                      <a:r>
                        <a:rPr lang="en-US" err="1"/>
                        <a:t>df</a:t>
                      </a:r>
                      <a:endParaRPr lang="en-US"/>
                    </a:p>
                  </a:txBody>
                  <a:tcPr/>
                </a:tc>
                <a:tc>
                  <a:txBody>
                    <a:bodyPr/>
                    <a:lstStyle/>
                    <a:p>
                      <a:r>
                        <a:rPr lang="en-US"/>
                        <a:t>282</a:t>
                      </a:r>
                    </a:p>
                  </a:txBody>
                  <a:tcPr/>
                </a:tc>
                <a:tc>
                  <a:txBody>
                    <a:bodyPr/>
                    <a:lstStyle/>
                    <a:p>
                      <a:r>
                        <a:rPr lang="en-US"/>
                        <a:t>13</a:t>
                      </a:r>
                    </a:p>
                  </a:txBody>
                  <a:tcPr/>
                </a:tc>
                <a:extLst>
                  <a:ext uri="{0D108BD9-81ED-4DB2-BD59-A6C34878D82A}">
                    <a16:rowId xmlns:a16="http://schemas.microsoft.com/office/drawing/2014/main" val="2329347097"/>
                  </a:ext>
                </a:extLst>
              </a:tr>
              <a:tr h="569114">
                <a:tc>
                  <a:txBody>
                    <a:bodyPr/>
                    <a:lstStyle/>
                    <a:p>
                      <a:r>
                        <a:rPr lang="en-US"/>
                        <a:t>p</a:t>
                      </a:r>
                    </a:p>
                  </a:txBody>
                  <a:tcPr/>
                </a:tc>
                <a:tc>
                  <a:txBody>
                    <a:bodyPr/>
                    <a:lstStyle/>
                    <a:p>
                      <a:r>
                        <a:rPr lang="en-US"/>
                        <a:t>&lt; 2.2e-16</a:t>
                      </a:r>
                    </a:p>
                  </a:txBody>
                  <a:tcPr/>
                </a:tc>
                <a:tc>
                  <a:txBody>
                    <a:bodyPr/>
                    <a:lstStyle/>
                    <a:p>
                      <a:r>
                        <a:rPr lang="en-US"/>
                        <a:t>0.0072</a:t>
                      </a:r>
                    </a:p>
                  </a:txBody>
                  <a:tcPr/>
                </a:tc>
                <a:extLst>
                  <a:ext uri="{0D108BD9-81ED-4DB2-BD59-A6C34878D82A}">
                    <a16:rowId xmlns:a16="http://schemas.microsoft.com/office/drawing/2014/main" val="1441006505"/>
                  </a:ext>
                </a:extLst>
              </a:tr>
              <a:tr h="569114">
                <a:tc>
                  <a:txBody>
                    <a:bodyPr/>
                    <a:lstStyle/>
                    <a:p>
                      <a:r>
                        <a:rPr lang="en-US"/>
                        <a:t>Diff</a:t>
                      </a:r>
                    </a:p>
                  </a:txBody>
                  <a:tcPr/>
                </a:tc>
                <a:tc>
                  <a:txBody>
                    <a:bodyPr/>
                    <a:lstStyle/>
                    <a:p>
                      <a:r>
                        <a:rPr lang="en-US"/>
                        <a:t>1.689</a:t>
                      </a:r>
                    </a:p>
                  </a:txBody>
                  <a:tcPr/>
                </a:tc>
                <a:tc>
                  <a:txBody>
                    <a:bodyPr/>
                    <a:lstStyle/>
                    <a:p>
                      <a:r>
                        <a:rPr lang="en-US"/>
                        <a:t>-0.670</a:t>
                      </a:r>
                    </a:p>
                  </a:txBody>
                  <a:tcPr/>
                </a:tc>
                <a:extLst>
                  <a:ext uri="{0D108BD9-81ED-4DB2-BD59-A6C34878D82A}">
                    <a16:rowId xmlns:a16="http://schemas.microsoft.com/office/drawing/2014/main" val="493418277"/>
                  </a:ext>
                </a:extLst>
              </a:tr>
              <a:tr h="569114">
                <a:tc>
                  <a:txBody>
                    <a:bodyPr/>
                    <a:lstStyle/>
                    <a:p>
                      <a:r>
                        <a:rPr lang="en-US"/>
                        <a:t>CI</a:t>
                      </a:r>
                    </a:p>
                  </a:txBody>
                  <a:tcPr/>
                </a:tc>
                <a:tc>
                  <a:txBody>
                    <a:bodyPr/>
                    <a:lstStyle/>
                    <a:p>
                      <a:r>
                        <a:rPr lang="en-US"/>
                        <a:t>(1.456,1.922)</a:t>
                      </a:r>
                    </a:p>
                  </a:txBody>
                  <a:tcPr/>
                </a:tc>
                <a:tc>
                  <a:txBody>
                    <a:bodyPr/>
                    <a:lstStyle/>
                    <a:p>
                      <a:r>
                        <a:rPr lang="en-US"/>
                        <a:t>(-1.139,-0.217)</a:t>
                      </a:r>
                    </a:p>
                  </a:txBody>
                  <a:tcPr/>
                </a:tc>
                <a:extLst>
                  <a:ext uri="{0D108BD9-81ED-4DB2-BD59-A6C34878D82A}">
                    <a16:rowId xmlns:a16="http://schemas.microsoft.com/office/drawing/2014/main" val="913648700"/>
                  </a:ext>
                </a:extLst>
              </a:tr>
            </a:tbl>
          </a:graphicData>
        </a:graphic>
      </p:graphicFrame>
    </p:spTree>
    <p:extLst>
      <p:ext uri="{BB962C8B-B14F-4D97-AF65-F5344CB8AC3E}">
        <p14:creationId xmlns:p14="http://schemas.microsoft.com/office/powerpoint/2010/main" val="3074073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300B0-8DA4-1CA0-591C-5C270B83561E}"/>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18F1B20F-DFBE-58E4-CA01-CC1A0D83E238}"/>
              </a:ext>
            </a:extLst>
          </p:cNvPr>
          <p:cNvSpPr>
            <a:spLocks noGrp="1"/>
          </p:cNvSpPr>
          <p:nvPr>
            <p:ph type="title"/>
          </p:nvPr>
        </p:nvSpPr>
        <p:spPr>
          <a:xfrm>
            <a:off x="720000" y="334125"/>
            <a:ext cx="7704000" cy="372119"/>
          </a:xfrm>
        </p:spPr>
        <p:txBody>
          <a:bodyPr/>
          <a:lstStyle/>
          <a:p>
            <a:pPr algn="l"/>
            <a:r>
              <a:rPr lang="en-US" sz="1600"/>
              <a:t>Modeling</a:t>
            </a:r>
          </a:p>
        </p:txBody>
      </p:sp>
      <p:sp>
        <p:nvSpPr>
          <p:cNvPr id="10" name="TextBox 9">
            <a:extLst>
              <a:ext uri="{FF2B5EF4-FFF2-40B4-BE49-F238E27FC236}">
                <a16:creationId xmlns:a16="http://schemas.microsoft.com/office/drawing/2014/main" id="{C9A8E4DA-4A29-768C-9483-DA02E2CB99B0}"/>
              </a:ext>
            </a:extLst>
          </p:cNvPr>
          <p:cNvSpPr txBox="1"/>
          <p:nvPr/>
        </p:nvSpPr>
        <p:spPr>
          <a:xfrm>
            <a:off x="950192" y="775831"/>
            <a:ext cx="1332186" cy="307777"/>
          </a:xfrm>
          <a:prstGeom prst="rect">
            <a:avLst/>
          </a:prstGeom>
          <a:noFill/>
        </p:spPr>
        <p:txBody>
          <a:bodyPr wrap="square" rtlCol="0">
            <a:spAutoFit/>
          </a:bodyPr>
          <a:lstStyle/>
          <a:p>
            <a:r>
              <a:rPr lang="en-US"/>
              <a:t>Conventional</a:t>
            </a:r>
          </a:p>
        </p:txBody>
      </p:sp>
      <p:sp>
        <p:nvSpPr>
          <p:cNvPr id="11" name="TextBox 10">
            <a:extLst>
              <a:ext uri="{FF2B5EF4-FFF2-40B4-BE49-F238E27FC236}">
                <a16:creationId xmlns:a16="http://schemas.microsoft.com/office/drawing/2014/main" id="{9241C3BE-1C1C-228E-EBE6-96FABC81A978}"/>
              </a:ext>
            </a:extLst>
          </p:cNvPr>
          <p:cNvSpPr txBox="1"/>
          <p:nvPr/>
        </p:nvSpPr>
        <p:spPr>
          <a:xfrm>
            <a:off x="6195529" y="775831"/>
            <a:ext cx="1332186" cy="307777"/>
          </a:xfrm>
          <a:prstGeom prst="rect">
            <a:avLst/>
          </a:prstGeom>
          <a:noFill/>
        </p:spPr>
        <p:txBody>
          <a:bodyPr wrap="square" rtlCol="0">
            <a:spAutoFit/>
          </a:bodyPr>
          <a:lstStyle/>
          <a:p>
            <a:r>
              <a:rPr lang="en-US"/>
              <a:t>High-Speed</a:t>
            </a:r>
          </a:p>
        </p:txBody>
      </p:sp>
      <p:pic>
        <p:nvPicPr>
          <p:cNvPr id="7" name="Picture 6">
            <a:extLst>
              <a:ext uri="{FF2B5EF4-FFF2-40B4-BE49-F238E27FC236}">
                <a16:creationId xmlns:a16="http://schemas.microsoft.com/office/drawing/2014/main" id="{4AA61684-9A97-9F48-B278-5E65CBA15450}"/>
              </a:ext>
            </a:extLst>
          </p:cNvPr>
          <p:cNvPicPr>
            <a:picLocks noChangeAspect="1"/>
          </p:cNvPicPr>
          <p:nvPr/>
        </p:nvPicPr>
        <p:blipFill>
          <a:blip r:embed="rId3"/>
          <a:stretch>
            <a:fillRect/>
          </a:stretch>
        </p:blipFill>
        <p:spPr>
          <a:xfrm>
            <a:off x="4572000" y="1083608"/>
            <a:ext cx="4572000" cy="1488142"/>
          </a:xfrm>
          <a:prstGeom prst="rect">
            <a:avLst/>
          </a:prstGeom>
        </p:spPr>
      </p:pic>
      <p:pic>
        <p:nvPicPr>
          <p:cNvPr id="12" name="Picture 11">
            <a:extLst>
              <a:ext uri="{FF2B5EF4-FFF2-40B4-BE49-F238E27FC236}">
                <a16:creationId xmlns:a16="http://schemas.microsoft.com/office/drawing/2014/main" id="{F7E6AC8A-54C3-C641-7664-9366D205F7AA}"/>
              </a:ext>
            </a:extLst>
          </p:cNvPr>
          <p:cNvPicPr>
            <a:picLocks noChangeAspect="1"/>
          </p:cNvPicPr>
          <p:nvPr/>
        </p:nvPicPr>
        <p:blipFill>
          <a:blip r:embed="rId4"/>
          <a:stretch>
            <a:fillRect/>
          </a:stretch>
        </p:blipFill>
        <p:spPr>
          <a:xfrm>
            <a:off x="0" y="1093135"/>
            <a:ext cx="4572658" cy="1488142"/>
          </a:xfrm>
          <a:prstGeom prst="rect">
            <a:avLst/>
          </a:prstGeom>
        </p:spPr>
      </p:pic>
      <p:pic>
        <p:nvPicPr>
          <p:cNvPr id="14" name="Picture 13">
            <a:extLst>
              <a:ext uri="{FF2B5EF4-FFF2-40B4-BE49-F238E27FC236}">
                <a16:creationId xmlns:a16="http://schemas.microsoft.com/office/drawing/2014/main" id="{911AF1BB-20F8-7FA7-E60F-941E09A436DC}"/>
              </a:ext>
            </a:extLst>
          </p:cNvPr>
          <p:cNvPicPr>
            <a:picLocks noChangeAspect="1"/>
          </p:cNvPicPr>
          <p:nvPr/>
        </p:nvPicPr>
        <p:blipFill>
          <a:blip r:embed="rId5"/>
          <a:stretch>
            <a:fillRect/>
          </a:stretch>
        </p:blipFill>
        <p:spPr>
          <a:xfrm>
            <a:off x="4571671" y="2581277"/>
            <a:ext cx="4572658" cy="2280937"/>
          </a:xfrm>
          <a:prstGeom prst="rect">
            <a:avLst/>
          </a:prstGeom>
        </p:spPr>
      </p:pic>
      <p:pic>
        <p:nvPicPr>
          <p:cNvPr id="16" name="Picture 15">
            <a:extLst>
              <a:ext uri="{FF2B5EF4-FFF2-40B4-BE49-F238E27FC236}">
                <a16:creationId xmlns:a16="http://schemas.microsoft.com/office/drawing/2014/main" id="{9874BA82-D2D1-40A9-BB49-6A9BF538DC59}"/>
              </a:ext>
            </a:extLst>
          </p:cNvPr>
          <p:cNvPicPr>
            <a:picLocks noChangeAspect="1"/>
          </p:cNvPicPr>
          <p:nvPr/>
        </p:nvPicPr>
        <p:blipFill>
          <a:blip r:embed="rId6"/>
          <a:stretch>
            <a:fillRect/>
          </a:stretch>
        </p:blipFill>
        <p:spPr>
          <a:xfrm>
            <a:off x="0" y="2595092"/>
            <a:ext cx="4571342" cy="2280280"/>
          </a:xfrm>
          <a:prstGeom prst="rect">
            <a:avLst/>
          </a:prstGeom>
        </p:spPr>
      </p:pic>
      <p:pic>
        <p:nvPicPr>
          <p:cNvPr id="18" name="Picture 17">
            <a:extLst>
              <a:ext uri="{FF2B5EF4-FFF2-40B4-BE49-F238E27FC236}">
                <a16:creationId xmlns:a16="http://schemas.microsoft.com/office/drawing/2014/main" id="{57CD68B0-0B60-A0AB-22CE-EEAA5A641FFC}"/>
              </a:ext>
            </a:extLst>
          </p:cNvPr>
          <p:cNvPicPr>
            <a:picLocks noChangeAspect="1"/>
          </p:cNvPicPr>
          <p:nvPr/>
        </p:nvPicPr>
        <p:blipFill>
          <a:blip r:embed="rId7"/>
          <a:stretch>
            <a:fillRect/>
          </a:stretch>
        </p:blipFill>
        <p:spPr>
          <a:xfrm>
            <a:off x="7268699" y="2571750"/>
            <a:ext cx="1874643" cy="426055"/>
          </a:xfrm>
          <a:prstGeom prst="rect">
            <a:avLst/>
          </a:prstGeom>
        </p:spPr>
      </p:pic>
      <p:pic>
        <p:nvPicPr>
          <p:cNvPr id="20" name="Picture 19">
            <a:extLst>
              <a:ext uri="{FF2B5EF4-FFF2-40B4-BE49-F238E27FC236}">
                <a16:creationId xmlns:a16="http://schemas.microsoft.com/office/drawing/2014/main" id="{D1522C63-F3ED-F090-1913-A9D539069E27}"/>
              </a:ext>
            </a:extLst>
          </p:cNvPr>
          <p:cNvPicPr>
            <a:picLocks noChangeAspect="1"/>
          </p:cNvPicPr>
          <p:nvPr/>
        </p:nvPicPr>
        <p:blipFill>
          <a:blip r:embed="rId8"/>
          <a:stretch>
            <a:fillRect/>
          </a:stretch>
        </p:blipFill>
        <p:spPr>
          <a:xfrm>
            <a:off x="0" y="2515237"/>
            <a:ext cx="1978572" cy="473742"/>
          </a:xfrm>
          <a:prstGeom prst="rect">
            <a:avLst/>
          </a:prstGeom>
        </p:spPr>
      </p:pic>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3D4C18EE-36A1-ABDF-AC71-7D76E5E0794C}"/>
                  </a:ext>
                </a:extLst>
              </p14:cNvPr>
              <p14:cNvContentPartPr/>
              <p14:nvPr/>
            </p14:nvContentPartPr>
            <p14:xfrm>
              <a:off x="1163629" y="1600255"/>
              <a:ext cx="512280" cy="7560"/>
            </p14:xfrm>
          </p:contentPart>
        </mc:Choice>
        <mc:Fallback>
          <p:pic>
            <p:nvPicPr>
              <p:cNvPr id="2" name="Ink 1">
                <a:extLst>
                  <a:ext uri="{FF2B5EF4-FFF2-40B4-BE49-F238E27FC236}">
                    <a16:creationId xmlns:a16="http://schemas.microsoft.com/office/drawing/2014/main" id="{3D4C18EE-36A1-ABDF-AC71-7D76E5E0794C}"/>
                  </a:ext>
                </a:extLst>
              </p:cNvPr>
              <p:cNvPicPr/>
              <p:nvPr/>
            </p:nvPicPr>
            <p:blipFill>
              <a:blip r:embed="rId10"/>
              <a:stretch>
                <a:fillRect/>
              </a:stretch>
            </p:blipFill>
            <p:spPr>
              <a:xfrm>
                <a:off x="1109591" y="1492255"/>
                <a:ext cx="619996"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 name="Ink 2">
                <a:extLst>
                  <a:ext uri="{FF2B5EF4-FFF2-40B4-BE49-F238E27FC236}">
                    <a16:creationId xmlns:a16="http://schemas.microsoft.com/office/drawing/2014/main" id="{534B4B94-B8A4-F293-6D6A-B12C0D6068F8}"/>
                  </a:ext>
                </a:extLst>
              </p14:cNvPr>
              <p14:cNvContentPartPr/>
              <p14:nvPr/>
            </p14:nvContentPartPr>
            <p14:xfrm>
              <a:off x="5797909" y="1620775"/>
              <a:ext cx="415440" cy="360"/>
            </p14:xfrm>
          </p:contentPart>
        </mc:Choice>
        <mc:Fallback>
          <p:pic>
            <p:nvPicPr>
              <p:cNvPr id="3" name="Ink 2">
                <a:extLst>
                  <a:ext uri="{FF2B5EF4-FFF2-40B4-BE49-F238E27FC236}">
                    <a16:creationId xmlns:a16="http://schemas.microsoft.com/office/drawing/2014/main" id="{534B4B94-B8A4-F293-6D6A-B12C0D6068F8}"/>
                  </a:ext>
                </a:extLst>
              </p:cNvPr>
              <p:cNvPicPr/>
              <p:nvPr/>
            </p:nvPicPr>
            <p:blipFill>
              <a:blip r:embed="rId12"/>
              <a:stretch>
                <a:fillRect/>
              </a:stretch>
            </p:blipFill>
            <p:spPr>
              <a:xfrm>
                <a:off x="5743909" y="1512775"/>
                <a:ext cx="5230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 name="Ink 4">
                <a:extLst>
                  <a:ext uri="{FF2B5EF4-FFF2-40B4-BE49-F238E27FC236}">
                    <a16:creationId xmlns:a16="http://schemas.microsoft.com/office/drawing/2014/main" id="{E83D7A88-C6BC-9752-492B-6D27577AA7A0}"/>
                  </a:ext>
                </a:extLst>
              </p14:cNvPr>
              <p14:cNvContentPartPr/>
              <p14:nvPr/>
            </p14:nvContentPartPr>
            <p14:xfrm>
              <a:off x="8527429" y="2846575"/>
              <a:ext cx="415080" cy="42120"/>
            </p14:xfrm>
          </p:contentPart>
        </mc:Choice>
        <mc:Fallback>
          <p:pic>
            <p:nvPicPr>
              <p:cNvPr id="5" name="Ink 4">
                <a:extLst>
                  <a:ext uri="{FF2B5EF4-FFF2-40B4-BE49-F238E27FC236}">
                    <a16:creationId xmlns:a16="http://schemas.microsoft.com/office/drawing/2014/main" id="{E83D7A88-C6BC-9752-492B-6D27577AA7A0}"/>
                  </a:ext>
                </a:extLst>
              </p:cNvPr>
              <p:cNvPicPr/>
              <p:nvPr/>
            </p:nvPicPr>
            <p:blipFill>
              <a:blip r:embed="rId14"/>
              <a:stretch>
                <a:fillRect/>
              </a:stretch>
            </p:blipFill>
            <p:spPr>
              <a:xfrm>
                <a:off x="8473476" y="2738575"/>
                <a:ext cx="522627"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6" name="Ink 5">
                <a:extLst>
                  <a:ext uri="{FF2B5EF4-FFF2-40B4-BE49-F238E27FC236}">
                    <a16:creationId xmlns:a16="http://schemas.microsoft.com/office/drawing/2014/main" id="{3DEE2685-E0FC-D6E9-7DB6-C0F906F1028D}"/>
                  </a:ext>
                </a:extLst>
              </p14:cNvPr>
              <p14:cNvContentPartPr/>
              <p14:nvPr/>
            </p14:nvContentPartPr>
            <p14:xfrm>
              <a:off x="1371349" y="2867455"/>
              <a:ext cx="422280" cy="14400"/>
            </p14:xfrm>
          </p:contentPart>
        </mc:Choice>
        <mc:Fallback>
          <p:pic>
            <p:nvPicPr>
              <p:cNvPr id="6" name="Ink 5">
                <a:extLst>
                  <a:ext uri="{FF2B5EF4-FFF2-40B4-BE49-F238E27FC236}">
                    <a16:creationId xmlns:a16="http://schemas.microsoft.com/office/drawing/2014/main" id="{3DEE2685-E0FC-D6E9-7DB6-C0F906F1028D}"/>
                  </a:ext>
                </a:extLst>
              </p:cNvPr>
              <p:cNvPicPr/>
              <p:nvPr/>
            </p:nvPicPr>
            <p:blipFill>
              <a:blip r:embed="rId16"/>
              <a:stretch>
                <a:fillRect/>
              </a:stretch>
            </p:blipFill>
            <p:spPr>
              <a:xfrm>
                <a:off x="1317349" y="2756686"/>
                <a:ext cx="529920" cy="235569"/>
              </a:xfrm>
              <a:prstGeom prst="rect">
                <a:avLst/>
              </a:prstGeom>
            </p:spPr>
          </p:pic>
        </mc:Fallback>
      </mc:AlternateContent>
    </p:spTree>
    <p:extLst>
      <p:ext uri="{BB962C8B-B14F-4D97-AF65-F5344CB8AC3E}">
        <p14:creationId xmlns:p14="http://schemas.microsoft.com/office/powerpoint/2010/main" val="20236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ECAA-21B7-AEDF-F410-6A704536D038}"/>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7EC0B375-CFE5-3EC7-773D-DFE284106193}"/>
              </a:ext>
            </a:extLst>
          </p:cNvPr>
          <p:cNvSpPr>
            <a:spLocks noGrp="1"/>
          </p:cNvSpPr>
          <p:nvPr>
            <p:ph type="title"/>
          </p:nvPr>
        </p:nvSpPr>
        <p:spPr>
          <a:xfrm>
            <a:off x="720000" y="334125"/>
            <a:ext cx="7704000" cy="372119"/>
          </a:xfrm>
        </p:spPr>
        <p:txBody>
          <a:bodyPr/>
          <a:lstStyle/>
          <a:p>
            <a:pPr algn="l"/>
            <a:r>
              <a:rPr lang="en-US" sz="1600"/>
              <a:t>Extrapolation</a:t>
            </a:r>
          </a:p>
        </p:txBody>
      </p:sp>
      <p:graphicFrame>
        <p:nvGraphicFramePr>
          <p:cNvPr id="3" name="Table 2">
            <a:extLst>
              <a:ext uri="{FF2B5EF4-FFF2-40B4-BE49-F238E27FC236}">
                <a16:creationId xmlns:a16="http://schemas.microsoft.com/office/drawing/2014/main" id="{3C73FED4-502E-88F8-61B4-96E3AC16CA42}"/>
              </a:ext>
            </a:extLst>
          </p:cNvPr>
          <p:cNvGraphicFramePr>
            <a:graphicFrameLocks noGrp="1"/>
          </p:cNvGraphicFramePr>
          <p:nvPr>
            <p:extLst>
              <p:ext uri="{D42A27DB-BD31-4B8C-83A1-F6EECF244321}">
                <p14:modId xmlns:p14="http://schemas.microsoft.com/office/powerpoint/2010/main" val="1848353273"/>
              </p:ext>
            </p:extLst>
          </p:nvPr>
        </p:nvGraphicFramePr>
        <p:xfrm>
          <a:off x="224658" y="1150773"/>
          <a:ext cx="8694684" cy="2841954"/>
        </p:xfrm>
        <a:graphic>
          <a:graphicData uri="http://schemas.openxmlformats.org/drawingml/2006/table">
            <a:tbl>
              <a:tblPr firstRow="1" bandRow="1">
                <a:tableStyleId>{5A111915-BE36-4E01-A7E5-04B1672EAD32}</a:tableStyleId>
              </a:tblPr>
              <a:tblGrid>
                <a:gridCol w="1449114">
                  <a:extLst>
                    <a:ext uri="{9D8B030D-6E8A-4147-A177-3AD203B41FA5}">
                      <a16:colId xmlns:a16="http://schemas.microsoft.com/office/drawing/2014/main" val="3126954511"/>
                    </a:ext>
                  </a:extLst>
                </a:gridCol>
                <a:gridCol w="1449114">
                  <a:extLst>
                    <a:ext uri="{9D8B030D-6E8A-4147-A177-3AD203B41FA5}">
                      <a16:colId xmlns:a16="http://schemas.microsoft.com/office/drawing/2014/main" val="1735044337"/>
                    </a:ext>
                  </a:extLst>
                </a:gridCol>
                <a:gridCol w="1449114">
                  <a:extLst>
                    <a:ext uri="{9D8B030D-6E8A-4147-A177-3AD203B41FA5}">
                      <a16:colId xmlns:a16="http://schemas.microsoft.com/office/drawing/2014/main" val="1131419475"/>
                    </a:ext>
                  </a:extLst>
                </a:gridCol>
                <a:gridCol w="1449114">
                  <a:extLst>
                    <a:ext uri="{9D8B030D-6E8A-4147-A177-3AD203B41FA5}">
                      <a16:colId xmlns:a16="http://schemas.microsoft.com/office/drawing/2014/main" val="3064493800"/>
                    </a:ext>
                  </a:extLst>
                </a:gridCol>
                <a:gridCol w="1449114">
                  <a:extLst>
                    <a:ext uri="{9D8B030D-6E8A-4147-A177-3AD203B41FA5}">
                      <a16:colId xmlns:a16="http://schemas.microsoft.com/office/drawing/2014/main" val="208278740"/>
                    </a:ext>
                  </a:extLst>
                </a:gridCol>
                <a:gridCol w="1449114">
                  <a:extLst>
                    <a:ext uri="{9D8B030D-6E8A-4147-A177-3AD203B41FA5}">
                      <a16:colId xmlns:a16="http://schemas.microsoft.com/office/drawing/2014/main" val="2193955105"/>
                    </a:ext>
                  </a:extLst>
                </a:gridCol>
              </a:tblGrid>
              <a:tr h="735734">
                <a:tc>
                  <a:txBody>
                    <a:bodyPr/>
                    <a:lstStyle/>
                    <a:p>
                      <a:r>
                        <a:rPr lang="en-US"/>
                        <a:t>State</a:t>
                      </a:r>
                    </a:p>
                  </a:txBody>
                  <a:tcPr/>
                </a:tc>
                <a:tc>
                  <a:txBody>
                    <a:bodyPr/>
                    <a:lstStyle/>
                    <a:p>
                      <a:r>
                        <a:rPr lang="en-US"/>
                        <a:t>Route</a:t>
                      </a:r>
                    </a:p>
                  </a:txBody>
                  <a:tcPr/>
                </a:tc>
                <a:tc>
                  <a:txBody>
                    <a:bodyPr/>
                    <a:lstStyle/>
                    <a:p>
                      <a:r>
                        <a:rPr lang="en-US" err="1"/>
                        <a:t>Dist</a:t>
                      </a:r>
                      <a:r>
                        <a:rPr lang="en-US"/>
                        <a:t> (km)</a:t>
                      </a:r>
                    </a:p>
                  </a:txBody>
                  <a:tcPr/>
                </a:tc>
                <a:tc>
                  <a:txBody>
                    <a:bodyPr/>
                    <a:lstStyle/>
                    <a:p>
                      <a:r>
                        <a:rPr lang="en-US"/>
                        <a:t>Flight Time (</a:t>
                      </a:r>
                      <a:r>
                        <a:rPr lang="en-US" err="1"/>
                        <a:t>hr</a:t>
                      </a:r>
                      <a:r>
                        <a:rPr lang="en-US"/>
                        <a:t>)</a:t>
                      </a:r>
                    </a:p>
                  </a:txBody>
                  <a:tcPr/>
                </a:tc>
                <a:tc>
                  <a:txBody>
                    <a:bodyPr/>
                    <a:lstStyle/>
                    <a:p>
                      <a:r>
                        <a:rPr lang="en-US"/>
                        <a:t>Conventional</a:t>
                      </a:r>
                    </a:p>
                  </a:txBody>
                  <a:tcPr/>
                </a:tc>
                <a:tc>
                  <a:txBody>
                    <a:bodyPr/>
                    <a:lstStyle/>
                    <a:p>
                      <a:r>
                        <a:rPr lang="en-US"/>
                        <a:t>High-Speed</a:t>
                      </a:r>
                    </a:p>
                  </a:txBody>
                  <a:tcPr/>
                </a:tc>
                <a:extLst>
                  <a:ext uri="{0D108BD9-81ED-4DB2-BD59-A6C34878D82A}">
                    <a16:rowId xmlns:a16="http://schemas.microsoft.com/office/drawing/2014/main" val="3653820654"/>
                  </a:ext>
                </a:extLst>
              </a:tr>
              <a:tr h="526555">
                <a:tc>
                  <a:txBody>
                    <a:bodyPr/>
                    <a:lstStyle/>
                    <a:p>
                      <a:r>
                        <a:rPr lang="en-US"/>
                        <a:t>TX</a:t>
                      </a:r>
                    </a:p>
                  </a:txBody>
                  <a:tcPr/>
                </a:tc>
                <a:tc>
                  <a:txBody>
                    <a:bodyPr/>
                    <a:lstStyle/>
                    <a:p>
                      <a:r>
                        <a:rPr lang="en-US"/>
                        <a:t>DAL-SAT</a:t>
                      </a:r>
                    </a:p>
                  </a:txBody>
                  <a:tcPr/>
                </a:tc>
                <a:tc>
                  <a:txBody>
                    <a:bodyPr/>
                    <a:lstStyle/>
                    <a:p>
                      <a:r>
                        <a:rPr lang="en-US"/>
                        <a:t>397</a:t>
                      </a:r>
                    </a:p>
                  </a:txBody>
                  <a:tcPr/>
                </a:tc>
                <a:tc>
                  <a:txBody>
                    <a:bodyPr/>
                    <a:lstStyle/>
                    <a:p>
                      <a:r>
                        <a:rPr lang="en-US"/>
                        <a:t>1.167</a:t>
                      </a:r>
                    </a:p>
                  </a:txBody>
                  <a:tcPr/>
                </a:tc>
                <a:tc>
                  <a:txBody>
                    <a:bodyPr/>
                    <a:lstStyle/>
                    <a:p>
                      <a:r>
                        <a:rPr lang="en-US"/>
                        <a:t>(1.66,1.80)</a:t>
                      </a:r>
                    </a:p>
                  </a:txBody>
                  <a:tcPr/>
                </a:tc>
                <a:tc>
                  <a:txBody>
                    <a:bodyPr/>
                    <a:lstStyle/>
                    <a:p>
                      <a:r>
                        <a:rPr lang="en-US"/>
                        <a:t>(0.73,0.99)</a:t>
                      </a:r>
                    </a:p>
                  </a:txBody>
                  <a:tcPr/>
                </a:tc>
                <a:extLst>
                  <a:ext uri="{0D108BD9-81ED-4DB2-BD59-A6C34878D82A}">
                    <a16:rowId xmlns:a16="http://schemas.microsoft.com/office/drawing/2014/main" val="3162850456"/>
                  </a:ext>
                </a:extLst>
              </a:tr>
              <a:tr h="526555">
                <a:tc>
                  <a:txBody>
                    <a:bodyPr/>
                    <a:lstStyle/>
                    <a:p>
                      <a:r>
                        <a:rPr lang="en-US"/>
                        <a:t>CA</a:t>
                      </a:r>
                    </a:p>
                  </a:txBody>
                  <a:tcPr/>
                </a:tc>
                <a:tc>
                  <a:txBody>
                    <a:bodyPr/>
                    <a:lstStyle/>
                    <a:p>
                      <a:r>
                        <a:rPr lang="en-US"/>
                        <a:t>LAX-SFO</a:t>
                      </a:r>
                    </a:p>
                  </a:txBody>
                  <a:tcPr/>
                </a:tc>
                <a:tc>
                  <a:txBody>
                    <a:bodyPr/>
                    <a:lstStyle/>
                    <a:p>
                      <a:r>
                        <a:rPr lang="en-US"/>
                        <a:t>543.1</a:t>
                      </a:r>
                    </a:p>
                  </a:txBody>
                  <a:tcPr/>
                </a:tc>
                <a:tc>
                  <a:txBody>
                    <a:bodyPr/>
                    <a:lstStyle/>
                    <a:p>
                      <a:r>
                        <a:rPr lang="en-US"/>
                        <a:t>1.5</a:t>
                      </a:r>
                    </a:p>
                  </a:txBody>
                  <a:tcPr/>
                </a:tc>
                <a:tc>
                  <a:txBody>
                    <a:bodyPr/>
                    <a:lstStyle/>
                    <a:p>
                      <a:r>
                        <a:rPr lang="en-US"/>
                        <a:t>(1.93,2.13)</a:t>
                      </a:r>
                    </a:p>
                  </a:txBody>
                  <a:tcPr/>
                </a:tc>
                <a:tc>
                  <a:txBody>
                    <a:bodyPr/>
                    <a:lstStyle/>
                    <a:p>
                      <a:r>
                        <a:rPr lang="en-US"/>
                        <a:t>(0.80,1.25)</a:t>
                      </a:r>
                    </a:p>
                  </a:txBody>
                  <a:tcPr/>
                </a:tc>
                <a:extLst>
                  <a:ext uri="{0D108BD9-81ED-4DB2-BD59-A6C34878D82A}">
                    <a16:rowId xmlns:a16="http://schemas.microsoft.com/office/drawing/2014/main" val="2471699461"/>
                  </a:ext>
                </a:extLst>
              </a:tr>
              <a:tr h="526555">
                <a:tc>
                  <a:txBody>
                    <a:bodyPr/>
                    <a:lstStyle/>
                    <a:p>
                      <a:r>
                        <a:rPr lang="en-US"/>
                        <a:t>CO</a:t>
                      </a:r>
                    </a:p>
                  </a:txBody>
                  <a:tcPr/>
                </a:tc>
                <a:tc>
                  <a:txBody>
                    <a:bodyPr/>
                    <a:lstStyle/>
                    <a:p>
                      <a:r>
                        <a:rPr lang="en-US"/>
                        <a:t>DEN-COS</a:t>
                      </a:r>
                    </a:p>
                  </a:txBody>
                  <a:tcPr/>
                </a:tc>
                <a:tc>
                  <a:txBody>
                    <a:bodyPr/>
                    <a:lstStyle/>
                    <a:p>
                      <a:r>
                        <a:rPr lang="en-US"/>
                        <a:t>117.3</a:t>
                      </a:r>
                    </a:p>
                  </a:txBody>
                  <a:tcPr/>
                </a:tc>
                <a:tc>
                  <a:txBody>
                    <a:bodyPr/>
                    <a:lstStyle/>
                    <a:p>
                      <a:r>
                        <a:rPr lang="en-US"/>
                        <a:t>0.833</a:t>
                      </a:r>
                    </a:p>
                  </a:txBody>
                  <a:tcPr/>
                </a:tc>
                <a:tc>
                  <a:txBody>
                    <a:bodyPr/>
                    <a:lstStyle/>
                    <a:p>
                      <a:r>
                        <a:rPr lang="en-US"/>
                        <a:t>(0.38,0.72)</a:t>
                      </a:r>
                    </a:p>
                  </a:txBody>
                  <a:tcPr/>
                </a:tc>
                <a:tc>
                  <a:txBody>
                    <a:bodyPr/>
                    <a:lstStyle/>
                    <a:p>
                      <a:r>
                        <a:rPr lang="en-US"/>
                        <a:t>(-0.19,0.68)</a:t>
                      </a:r>
                    </a:p>
                  </a:txBody>
                  <a:tcPr/>
                </a:tc>
                <a:extLst>
                  <a:ext uri="{0D108BD9-81ED-4DB2-BD59-A6C34878D82A}">
                    <a16:rowId xmlns:a16="http://schemas.microsoft.com/office/drawing/2014/main" val="2515353361"/>
                  </a:ext>
                </a:extLst>
              </a:tr>
              <a:tr h="526555">
                <a:tc>
                  <a:txBody>
                    <a:bodyPr/>
                    <a:lstStyle/>
                    <a:p>
                      <a:r>
                        <a:rPr lang="en-US"/>
                        <a:t>NY-MA</a:t>
                      </a:r>
                    </a:p>
                  </a:txBody>
                  <a:tcPr/>
                </a:tc>
                <a:tc>
                  <a:txBody>
                    <a:bodyPr/>
                    <a:lstStyle/>
                    <a:p>
                      <a:r>
                        <a:rPr lang="en-US"/>
                        <a:t>JFK-BOS</a:t>
                      </a:r>
                    </a:p>
                  </a:txBody>
                  <a:tcPr/>
                </a:tc>
                <a:tc>
                  <a:txBody>
                    <a:bodyPr/>
                    <a:lstStyle/>
                    <a:p>
                      <a:r>
                        <a:rPr lang="en-US"/>
                        <a:t>300.5</a:t>
                      </a:r>
                    </a:p>
                  </a:txBody>
                  <a:tcPr/>
                </a:tc>
                <a:tc>
                  <a:txBody>
                    <a:bodyPr/>
                    <a:lstStyle/>
                    <a:p>
                      <a:r>
                        <a:rPr lang="en-US"/>
                        <a:t>1.333</a:t>
                      </a:r>
                    </a:p>
                  </a:txBody>
                  <a:tcPr/>
                </a:tc>
                <a:tc>
                  <a:txBody>
                    <a:bodyPr/>
                    <a:lstStyle/>
                    <a:p>
                      <a:r>
                        <a:rPr lang="en-US"/>
                        <a:t>(1.40,1.52)</a:t>
                      </a:r>
                    </a:p>
                  </a:txBody>
                  <a:tcPr/>
                </a:tc>
                <a:tc>
                  <a:txBody>
                    <a:bodyPr/>
                    <a:lstStyle/>
                    <a:p>
                      <a:r>
                        <a:rPr lang="en-US"/>
                        <a:t>(0.59,0.85)</a:t>
                      </a:r>
                    </a:p>
                  </a:txBody>
                  <a:tcPr/>
                </a:tc>
                <a:extLst>
                  <a:ext uri="{0D108BD9-81ED-4DB2-BD59-A6C34878D82A}">
                    <a16:rowId xmlns:a16="http://schemas.microsoft.com/office/drawing/2014/main" val="3841234079"/>
                  </a:ext>
                </a:extLst>
              </a:tr>
            </a:tbl>
          </a:graphicData>
        </a:graphic>
      </p:graphicFrame>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2B3B0EBA-3C58-7BCE-EC2E-8A3545909CBB}"/>
                  </a:ext>
                </a:extLst>
              </p14:cNvPr>
              <p14:cNvContentPartPr/>
              <p14:nvPr/>
            </p14:nvContentPartPr>
            <p14:xfrm>
              <a:off x="6158269" y="3068695"/>
              <a:ext cx="783000" cy="48600"/>
            </p14:xfrm>
          </p:contentPart>
        </mc:Choice>
        <mc:Fallback>
          <p:pic>
            <p:nvPicPr>
              <p:cNvPr id="6" name="Ink 5">
                <a:extLst>
                  <a:ext uri="{FF2B5EF4-FFF2-40B4-BE49-F238E27FC236}">
                    <a16:creationId xmlns:a16="http://schemas.microsoft.com/office/drawing/2014/main" id="{2B3B0EBA-3C58-7BCE-EC2E-8A3545909CBB}"/>
                  </a:ext>
                </a:extLst>
              </p:cNvPr>
              <p:cNvPicPr/>
              <p:nvPr/>
            </p:nvPicPr>
            <p:blipFill>
              <a:blip r:embed="rId4"/>
              <a:stretch>
                <a:fillRect/>
              </a:stretch>
            </p:blipFill>
            <p:spPr>
              <a:xfrm>
                <a:off x="6104269" y="2960695"/>
                <a:ext cx="89064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F56A241E-B809-AE6C-BCB6-E5FE204C7219}"/>
                  </a:ext>
                </a:extLst>
              </p14:cNvPr>
              <p14:cNvContentPartPr/>
              <p14:nvPr/>
            </p14:nvContentPartPr>
            <p14:xfrm>
              <a:off x="7598989" y="2590255"/>
              <a:ext cx="768600" cy="9360"/>
            </p14:xfrm>
          </p:contentPart>
        </mc:Choice>
        <mc:Fallback>
          <p:pic>
            <p:nvPicPr>
              <p:cNvPr id="7" name="Ink 6">
                <a:extLst>
                  <a:ext uri="{FF2B5EF4-FFF2-40B4-BE49-F238E27FC236}">
                    <a16:creationId xmlns:a16="http://schemas.microsoft.com/office/drawing/2014/main" id="{F56A241E-B809-AE6C-BCB6-E5FE204C7219}"/>
                  </a:ext>
                </a:extLst>
              </p:cNvPr>
              <p:cNvPicPr/>
              <p:nvPr/>
            </p:nvPicPr>
            <p:blipFill>
              <a:blip r:embed="rId6"/>
              <a:stretch>
                <a:fillRect/>
              </a:stretch>
            </p:blipFill>
            <p:spPr>
              <a:xfrm>
                <a:off x="7544989" y="2482255"/>
                <a:ext cx="876240" cy="225000"/>
              </a:xfrm>
              <a:prstGeom prst="rect">
                <a:avLst/>
              </a:prstGeom>
            </p:spPr>
          </p:pic>
        </mc:Fallback>
      </mc:AlternateContent>
    </p:spTree>
    <p:extLst>
      <p:ext uri="{BB962C8B-B14F-4D97-AF65-F5344CB8AC3E}">
        <p14:creationId xmlns:p14="http://schemas.microsoft.com/office/powerpoint/2010/main" val="1020969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0C89E76E-666B-2507-37A6-342CB2ED26AE}"/>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411F1000-54DB-95BD-F22E-BFED83587C13}"/>
              </a:ext>
            </a:extLst>
          </p:cNvPr>
          <p:cNvSpPr txBox="1">
            <a:spLocks noGrp="1"/>
          </p:cNvSpPr>
          <p:nvPr>
            <p:ph type="title"/>
          </p:nvPr>
        </p:nvSpPr>
        <p:spPr>
          <a:xfrm>
            <a:off x="3591150" y="1103575"/>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Emissions</a:t>
            </a:r>
            <a:endParaRPr/>
          </a:p>
        </p:txBody>
      </p:sp>
      <p:sp>
        <p:nvSpPr>
          <p:cNvPr id="812" name="Google Shape;812;p29">
            <a:extLst>
              <a:ext uri="{FF2B5EF4-FFF2-40B4-BE49-F238E27FC236}">
                <a16:creationId xmlns:a16="http://schemas.microsoft.com/office/drawing/2014/main" id="{6B4C8BCE-C748-5FF6-EF4B-ACDF9CC3CD91}"/>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813" name="Google Shape;813;p29">
            <a:extLst>
              <a:ext uri="{FF2B5EF4-FFF2-40B4-BE49-F238E27FC236}">
                <a16:creationId xmlns:a16="http://schemas.microsoft.com/office/drawing/2014/main" id="{1B866F1B-F611-2CAB-E636-E493D4424EDA}"/>
              </a:ext>
            </a:extLst>
          </p:cNvPr>
          <p:cNvGrpSpPr/>
          <p:nvPr/>
        </p:nvGrpSpPr>
        <p:grpSpPr>
          <a:xfrm>
            <a:off x="4683750" y="2574250"/>
            <a:ext cx="4466625" cy="1978850"/>
            <a:chOff x="4683750" y="2574250"/>
            <a:chExt cx="4466625" cy="1978850"/>
          </a:xfrm>
        </p:grpSpPr>
        <p:sp>
          <p:nvSpPr>
            <p:cNvPr id="814" name="Google Shape;814;p29">
              <a:extLst>
                <a:ext uri="{FF2B5EF4-FFF2-40B4-BE49-F238E27FC236}">
                  <a16:creationId xmlns:a16="http://schemas.microsoft.com/office/drawing/2014/main" id="{CBE442B9-42F5-085B-3D11-23E5E95CBA19}"/>
                </a:ext>
              </a:extLst>
            </p:cNvPr>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a:extLst>
                <a:ext uri="{FF2B5EF4-FFF2-40B4-BE49-F238E27FC236}">
                  <a16:creationId xmlns:a16="http://schemas.microsoft.com/office/drawing/2014/main" id="{F39E1B36-FE12-09AA-CD0C-7A14727D7AE0}"/>
                </a:ext>
              </a:extLst>
            </p:cNvPr>
            <p:cNvGrpSpPr/>
            <p:nvPr/>
          </p:nvGrpSpPr>
          <p:grpSpPr>
            <a:xfrm>
              <a:off x="4683750" y="2574250"/>
              <a:ext cx="4460259" cy="1944238"/>
              <a:chOff x="4683750" y="2574250"/>
              <a:chExt cx="4460259" cy="1944238"/>
            </a:xfrm>
          </p:grpSpPr>
          <p:sp>
            <p:nvSpPr>
              <p:cNvPr id="816" name="Google Shape;816;p29">
                <a:extLst>
                  <a:ext uri="{FF2B5EF4-FFF2-40B4-BE49-F238E27FC236}">
                    <a16:creationId xmlns:a16="http://schemas.microsoft.com/office/drawing/2014/main" id="{35E57836-62C6-0363-6104-B5D5B1FAD9EF}"/>
                  </a:ext>
                </a:extLst>
              </p:cNvPr>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a:extLst>
                  <a:ext uri="{FF2B5EF4-FFF2-40B4-BE49-F238E27FC236}">
                    <a16:creationId xmlns:a16="http://schemas.microsoft.com/office/drawing/2014/main" id="{42A930ED-BE4E-F0B3-21DD-3A213FB67A5B}"/>
                  </a:ext>
                </a:extLst>
              </p:cNvPr>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a:extLst>
                  <a:ext uri="{FF2B5EF4-FFF2-40B4-BE49-F238E27FC236}">
                    <a16:creationId xmlns:a16="http://schemas.microsoft.com/office/drawing/2014/main" id="{6F680373-C8BD-CCD1-3CAE-B5433FF46F99}"/>
                  </a:ext>
                </a:extLst>
              </p:cNvPr>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a:extLst>
                  <a:ext uri="{FF2B5EF4-FFF2-40B4-BE49-F238E27FC236}">
                    <a16:creationId xmlns:a16="http://schemas.microsoft.com/office/drawing/2014/main" id="{D2B2B790-EAF2-375C-FFF7-294E50D0D73E}"/>
                  </a:ext>
                </a:extLst>
              </p:cNvPr>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a:extLst>
                  <a:ext uri="{FF2B5EF4-FFF2-40B4-BE49-F238E27FC236}">
                    <a16:creationId xmlns:a16="http://schemas.microsoft.com/office/drawing/2014/main" id="{80074DD6-F782-4E39-82C3-DC8E161FDDCB}"/>
                  </a:ext>
                </a:extLst>
              </p:cNvPr>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a:extLst>
                  <a:ext uri="{FF2B5EF4-FFF2-40B4-BE49-F238E27FC236}">
                    <a16:creationId xmlns:a16="http://schemas.microsoft.com/office/drawing/2014/main" id="{6BC166E9-D35A-238B-7A54-B64B24AD4151}"/>
                  </a:ext>
                </a:extLst>
              </p:cNvPr>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a:extLst>
                  <a:ext uri="{FF2B5EF4-FFF2-40B4-BE49-F238E27FC236}">
                    <a16:creationId xmlns:a16="http://schemas.microsoft.com/office/drawing/2014/main" id="{D41CB41A-9F03-F0EB-3746-4DBC45F5F66B}"/>
                  </a:ext>
                </a:extLst>
              </p:cNvPr>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a:extLst>
                  <a:ext uri="{FF2B5EF4-FFF2-40B4-BE49-F238E27FC236}">
                    <a16:creationId xmlns:a16="http://schemas.microsoft.com/office/drawing/2014/main" id="{64E94E07-B39D-74F7-E1B6-DADC23A4A6E1}"/>
                  </a:ext>
                </a:extLst>
              </p:cNvPr>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a:extLst>
                  <a:ext uri="{FF2B5EF4-FFF2-40B4-BE49-F238E27FC236}">
                    <a16:creationId xmlns:a16="http://schemas.microsoft.com/office/drawing/2014/main" id="{6384B87C-CEAA-6889-58CC-681A1CBC861E}"/>
                  </a:ext>
                </a:extLst>
              </p:cNvPr>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9">
                <a:extLst>
                  <a:ext uri="{FF2B5EF4-FFF2-40B4-BE49-F238E27FC236}">
                    <a16:creationId xmlns:a16="http://schemas.microsoft.com/office/drawing/2014/main" id="{75D312D3-42BB-76EF-93C1-2EB5A8BC395C}"/>
                  </a:ext>
                </a:extLst>
              </p:cNvPr>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a:extLst>
                  <a:ext uri="{FF2B5EF4-FFF2-40B4-BE49-F238E27FC236}">
                    <a16:creationId xmlns:a16="http://schemas.microsoft.com/office/drawing/2014/main" id="{CBC4CD9E-DE26-DBC6-1B32-3B2131A08B4B}"/>
                  </a:ext>
                </a:extLst>
              </p:cNvPr>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a:extLst>
                  <a:ext uri="{FF2B5EF4-FFF2-40B4-BE49-F238E27FC236}">
                    <a16:creationId xmlns:a16="http://schemas.microsoft.com/office/drawing/2014/main" id="{420089F9-A9F3-DAA5-5BD5-8B4D700716D1}"/>
                  </a:ext>
                </a:extLst>
              </p:cNvPr>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a:extLst>
                  <a:ext uri="{FF2B5EF4-FFF2-40B4-BE49-F238E27FC236}">
                    <a16:creationId xmlns:a16="http://schemas.microsoft.com/office/drawing/2014/main" id="{5CB445CD-5161-7BA3-E6C6-B6A686FAEB93}"/>
                  </a:ext>
                </a:extLst>
              </p:cNvPr>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a:extLst>
                  <a:ext uri="{FF2B5EF4-FFF2-40B4-BE49-F238E27FC236}">
                    <a16:creationId xmlns:a16="http://schemas.microsoft.com/office/drawing/2014/main" id="{C379641C-9AB7-0AB9-B143-3344D63682B7}"/>
                  </a:ext>
                </a:extLst>
              </p:cNvPr>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a:extLst>
                  <a:ext uri="{FF2B5EF4-FFF2-40B4-BE49-F238E27FC236}">
                    <a16:creationId xmlns:a16="http://schemas.microsoft.com/office/drawing/2014/main" id="{0426E793-EA7D-CAFB-B003-273C2444436D}"/>
                  </a:ext>
                </a:extLst>
              </p:cNvPr>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a:extLst>
                  <a:ext uri="{FF2B5EF4-FFF2-40B4-BE49-F238E27FC236}">
                    <a16:creationId xmlns:a16="http://schemas.microsoft.com/office/drawing/2014/main" id="{8076EA41-705B-FC2B-F027-CAD0CBD8FC5B}"/>
                  </a:ext>
                </a:extLst>
              </p:cNvPr>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a:extLst>
                  <a:ext uri="{FF2B5EF4-FFF2-40B4-BE49-F238E27FC236}">
                    <a16:creationId xmlns:a16="http://schemas.microsoft.com/office/drawing/2014/main" id="{77D012C1-70AE-9AE8-1750-5B1FF08AE628}"/>
                  </a:ext>
                </a:extLst>
              </p:cNvPr>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a:extLst>
                  <a:ext uri="{FF2B5EF4-FFF2-40B4-BE49-F238E27FC236}">
                    <a16:creationId xmlns:a16="http://schemas.microsoft.com/office/drawing/2014/main" id="{31E3F7D0-418D-C65F-D2B1-BD41FECDFB0C}"/>
                  </a:ext>
                </a:extLst>
              </p:cNvPr>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a:extLst>
                  <a:ext uri="{FF2B5EF4-FFF2-40B4-BE49-F238E27FC236}">
                    <a16:creationId xmlns:a16="http://schemas.microsoft.com/office/drawing/2014/main" id="{9B58CB4A-6496-285F-BFD1-3D03C4A6E6FD}"/>
                  </a:ext>
                </a:extLst>
              </p:cNvPr>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a:extLst>
                  <a:ext uri="{FF2B5EF4-FFF2-40B4-BE49-F238E27FC236}">
                    <a16:creationId xmlns:a16="http://schemas.microsoft.com/office/drawing/2014/main" id="{F2A9705E-F109-EC9C-4A6B-B99A65422A2F}"/>
                  </a:ext>
                </a:extLst>
              </p:cNvPr>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a:extLst>
                  <a:ext uri="{FF2B5EF4-FFF2-40B4-BE49-F238E27FC236}">
                    <a16:creationId xmlns:a16="http://schemas.microsoft.com/office/drawing/2014/main" id="{63302805-38CC-A188-A6F5-AB8CAA8CDCBE}"/>
                  </a:ext>
                </a:extLst>
              </p:cNvPr>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a:extLst>
                  <a:ext uri="{FF2B5EF4-FFF2-40B4-BE49-F238E27FC236}">
                    <a16:creationId xmlns:a16="http://schemas.microsoft.com/office/drawing/2014/main" id="{2297738E-6AA2-8695-AF7A-942889E10552}"/>
                  </a:ext>
                </a:extLst>
              </p:cNvPr>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a:extLst>
                  <a:ext uri="{FF2B5EF4-FFF2-40B4-BE49-F238E27FC236}">
                    <a16:creationId xmlns:a16="http://schemas.microsoft.com/office/drawing/2014/main" id="{DD15824D-285A-481B-2C48-0DA007121EC2}"/>
                  </a:ext>
                </a:extLst>
              </p:cNvPr>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a:extLst>
                  <a:ext uri="{FF2B5EF4-FFF2-40B4-BE49-F238E27FC236}">
                    <a16:creationId xmlns:a16="http://schemas.microsoft.com/office/drawing/2014/main" id="{AA621E47-B63D-3616-9E23-FEA6FDFB9F1F}"/>
                  </a:ext>
                </a:extLst>
              </p:cNvPr>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a:extLst>
                  <a:ext uri="{FF2B5EF4-FFF2-40B4-BE49-F238E27FC236}">
                    <a16:creationId xmlns:a16="http://schemas.microsoft.com/office/drawing/2014/main" id="{FB4DC204-D10E-9746-D487-32292F5F5829}"/>
                  </a:ext>
                </a:extLst>
              </p:cNvPr>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a:extLst>
                  <a:ext uri="{FF2B5EF4-FFF2-40B4-BE49-F238E27FC236}">
                    <a16:creationId xmlns:a16="http://schemas.microsoft.com/office/drawing/2014/main" id="{55393D28-BFAF-567E-697F-FAA6AC1FE00E}"/>
                  </a:ext>
                </a:extLst>
              </p:cNvPr>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a:extLst>
                  <a:ext uri="{FF2B5EF4-FFF2-40B4-BE49-F238E27FC236}">
                    <a16:creationId xmlns:a16="http://schemas.microsoft.com/office/drawing/2014/main" id="{CD1BC2D3-1277-ABDA-E290-5C52961AF03A}"/>
                  </a:ext>
                </a:extLst>
              </p:cNvPr>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a:extLst>
                  <a:ext uri="{FF2B5EF4-FFF2-40B4-BE49-F238E27FC236}">
                    <a16:creationId xmlns:a16="http://schemas.microsoft.com/office/drawing/2014/main" id="{D856DCDE-210F-1EA7-5FB7-8FCFD833618A}"/>
                  </a:ext>
                </a:extLst>
              </p:cNvPr>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a:extLst>
                  <a:ext uri="{FF2B5EF4-FFF2-40B4-BE49-F238E27FC236}">
                    <a16:creationId xmlns:a16="http://schemas.microsoft.com/office/drawing/2014/main" id="{798A58E5-0A31-90CD-FA89-736E0F2A74C3}"/>
                  </a:ext>
                </a:extLst>
              </p:cNvPr>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a:extLst>
                  <a:ext uri="{FF2B5EF4-FFF2-40B4-BE49-F238E27FC236}">
                    <a16:creationId xmlns:a16="http://schemas.microsoft.com/office/drawing/2014/main" id="{B20776B3-8856-91B2-9F72-1657A03BE423}"/>
                  </a:ext>
                </a:extLst>
              </p:cNvPr>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a:extLst>
                  <a:ext uri="{FF2B5EF4-FFF2-40B4-BE49-F238E27FC236}">
                    <a16:creationId xmlns:a16="http://schemas.microsoft.com/office/drawing/2014/main" id="{56772F62-1F4B-3EB4-61D2-010CBBF0A980}"/>
                  </a:ext>
                </a:extLst>
              </p:cNvPr>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a:extLst>
                  <a:ext uri="{FF2B5EF4-FFF2-40B4-BE49-F238E27FC236}">
                    <a16:creationId xmlns:a16="http://schemas.microsoft.com/office/drawing/2014/main" id="{26F33D4A-3FCE-DEF9-FDC5-3901E0D2894D}"/>
                  </a:ext>
                </a:extLst>
              </p:cNvPr>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a:extLst>
                  <a:ext uri="{FF2B5EF4-FFF2-40B4-BE49-F238E27FC236}">
                    <a16:creationId xmlns:a16="http://schemas.microsoft.com/office/drawing/2014/main" id="{4DC46317-CE6B-E699-855D-14E8869F871E}"/>
                  </a:ext>
                </a:extLst>
              </p:cNvPr>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a:extLst>
              <a:ext uri="{FF2B5EF4-FFF2-40B4-BE49-F238E27FC236}">
                <a16:creationId xmlns:a16="http://schemas.microsoft.com/office/drawing/2014/main" id="{3F662596-02CE-617E-A4AA-F82B1B3AF5B1}"/>
              </a:ext>
            </a:extLst>
          </p:cNvPr>
          <p:cNvGrpSpPr/>
          <p:nvPr/>
        </p:nvGrpSpPr>
        <p:grpSpPr>
          <a:xfrm>
            <a:off x="933669" y="3458269"/>
            <a:ext cx="6604489" cy="1060233"/>
            <a:chOff x="2237800" y="2833350"/>
            <a:chExt cx="6107351" cy="980426"/>
          </a:xfrm>
        </p:grpSpPr>
        <p:sp>
          <p:nvSpPr>
            <p:cNvPr id="850" name="Google Shape;850;p29">
              <a:extLst>
                <a:ext uri="{FF2B5EF4-FFF2-40B4-BE49-F238E27FC236}">
                  <a16:creationId xmlns:a16="http://schemas.microsoft.com/office/drawing/2014/main" id="{1640860D-2D97-A634-86EE-85439A10F990}"/>
                </a:ext>
              </a:extLst>
            </p:cNvPr>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a:extLst>
                <a:ext uri="{FF2B5EF4-FFF2-40B4-BE49-F238E27FC236}">
                  <a16:creationId xmlns:a16="http://schemas.microsoft.com/office/drawing/2014/main" id="{E804EFCA-3425-AED3-4850-0E0017110CA3}"/>
                </a:ext>
              </a:extLst>
            </p:cNvPr>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a:extLst>
                <a:ext uri="{FF2B5EF4-FFF2-40B4-BE49-F238E27FC236}">
                  <a16:creationId xmlns:a16="http://schemas.microsoft.com/office/drawing/2014/main" id="{F3EF260C-C642-DAE1-A9F5-8145D3A98415}"/>
                </a:ext>
              </a:extLst>
            </p:cNvPr>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a:extLst>
                <a:ext uri="{FF2B5EF4-FFF2-40B4-BE49-F238E27FC236}">
                  <a16:creationId xmlns:a16="http://schemas.microsoft.com/office/drawing/2014/main" id="{D78626F9-1E5A-16BC-C8A1-6C90143F4524}"/>
                </a:ext>
              </a:extLst>
            </p:cNvPr>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a:extLst>
                <a:ext uri="{FF2B5EF4-FFF2-40B4-BE49-F238E27FC236}">
                  <a16:creationId xmlns:a16="http://schemas.microsoft.com/office/drawing/2014/main" id="{1D16D953-3423-F73F-387F-FC672E457F95}"/>
                </a:ext>
              </a:extLst>
            </p:cNvPr>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a:extLst>
                <a:ext uri="{FF2B5EF4-FFF2-40B4-BE49-F238E27FC236}">
                  <a16:creationId xmlns:a16="http://schemas.microsoft.com/office/drawing/2014/main" id="{9A6023CA-841D-846C-B231-4C7E51E64517}"/>
                </a:ext>
              </a:extLst>
            </p:cNvPr>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a:extLst>
                <a:ext uri="{FF2B5EF4-FFF2-40B4-BE49-F238E27FC236}">
                  <a16:creationId xmlns:a16="http://schemas.microsoft.com/office/drawing/2014/main" id="{AD9CDA7E-2A4C-23FB-9147-A9391951CE58}"/>
                </a:ext>
              </a:extLst>
            </p:cNvPr>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a:extLst>
                <a:ext uri="{FF2B5EF4-FFF2-40B4-BE49-F238E27FC236}">
                  <a16:creationId xmlns:a16="http://schemas.microsoft.com/office/drawing/2014/main" id="{A6E35AEA-8625-96A1-AC10-7F90E980E088}"/>
                </a:ext>
              </a:extLst>
            </p:cNvPr>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a:extLst>
                <a:ext uri="{FF2B5EF4-FFF2-40B4-BE49-F238E27FC236}">
                  <a16:creationId xmlns:a16="http://schemas.microsoft.com/office/drawing/2014/main" id="{89D9733E-3652-6CBC-2D83-BECD94AA3580}"/>
                </a:ext>
              </a:extLst>
            </p:cNvPr>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a:extLst>
                <a:ext uri="{FF2B5EF4-FFF2-40B4-BE49-F238E27FC236}">
                  <a16:creationId xmlns:a16="http://schemas.microsoft.com/office/drawing/2014/main" id="{D3A0DD5A-8F74-A5AE-8271-5D5608D97443}"/>
                </a:ext>
              </a:extLst>
            </p:cNvPr>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a:extLst>
                <a:ext uri="{FF2B5EF4-FFF2-40B4-BE49-F238E27FC236}">
                  <a16:creationId xmlns:a16="http://schemas.microsoft.com/office/drawing/2014/main" id="{35C90BE8-1BA1-6448-4724-0EC02DF77E64}"/>
                </a:ext>
              </a:extLst>
            </p:cNvPr>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a:extLst>
                <a:ext uri="{FF2B5EF4-FFF2-40B4-BE49-F238E27FC236}">
                  <a16:creationId xmlns:a16="http://schemas.microsoft.com/office/drawing/2014/main" id="{B0B164C0-50BA-9163-912F-A341165D6DCE}"/>
                </a:ext>
              </a:extLst>
            </p:cNvPr>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a:extLst>
                <a:ext uri="{FF2B5EF4-FFF2-40B4-BE49-F238E27FC236}">
                  <a16:creationId xmlns:a16="http://schemas.microsoft.com/office/drawing/2014/main" id="{95DA62EC-DA59-F22C-8133-43A203FE1315}"/>
                </a:ext>
              </a:extLst>
            </p:cNvPr>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a:extLst>
                <a:ext uri="{FF2B5EF4-FFF2-40B4-BE49-F238E27FC236}">
                  <a16:creationId xmlns:a16="http://schemas.microsoft.com/office/drawing/2014/main" id="{94483465-EEEE-B063-3994-CEC1A08AAE36}"/>
                </a:ext>
              </a:extLst>
            </p:cNvPr>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a:extLst>
                <a:ext uri="{FF2B5EF4-FFF2-40B4-BE49-F238E27FC236}">
                  <a16:creationId xmlns:a16="http://schemas.microsoft.com/office/drawing/2014/main" id="{BDAAE4FB-37AE-E99E-26A2-5095E0F973A3}"/>
                </a:ext>
              </a:extLst>
            </p:cNvPr>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a:extLst>
                <a:ext uri="{FF2B5EF4-FFF2-40B4-BE49-F238E27FC236}">
                  <a16:creationId xmlns:a16="http://schemas.microsoft.com/office/drawing/2014/main" id="{C246A0C2-210A-B3DB-2106-E490B1D1B7FB}"/>
                </a:ext>
              </a:extLst>
            </p:cNvPr>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a:extLst>
                <a:ext uri="{FF2B5EF4-FFF2-40B4-BE49-F238E27FC236}">
                  <a16:creationId xmlns:a16="http://schemas.microsoft.com/office/drawing/2014/main" id="{2EAE9C63-F020-42BE-DA54-53832B6FF0FB}"/>
                </a:ext>
              </a:extLst>
            </p:cNvPr>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a:extLst>
                <a:ext uri="{FF2B5EF4-FFF2-40B4-BE49-F238E27FC236}">
                  <a16:creationId xmlns:a16="http://schemas.microsoft.com/office/drawing/2014/main" id="{68E28332-FEFE-6065-710E-3F853E78B017}"/>
                </a:ext>
              </a:extLst>
            </p:cNvPr>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a:extLst>
                <a:ext uri="{FF2B5EF4-FFF2-40B4-BE49-F238E27FC236}">
                  <a16:creationId xmlns:a16="http://schemas.microsoft.com/office/drawing/2014/main" id="{111AE854-A380-B8BB-C4EE-19E8F648404B}"/>
                </a:ext>
              </a:extLst>
            </p:cNvPr>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a:extLst>
                <a:ext uri="{FF2B5EF4-FFF2-40B4-BE49-F238E27FC236}">
                  <a16:creationId xmlns:a16="http://schemas.microsoft.com/office/drawing/2014/main" id="{A162A848-419C-5FBD-8AD4-42D75273F5D6}"/>
                </a:ext>
              </a:extLst>
            </p:cNvPr>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a:extLst>
                <a:ext uri="{FF2B5EF4-FFF2-40B4-BE49-F238E27FC236}">
                  <a16:creationId xmlns:a16="http://schemas.microsoft.com/office/drawing/2014/main" id="{DAD75D32-5EFA-4313-A3E4-A79FBDA7175E}"/>
                </a:ext>
              </a:extLst>
            </p:cNvPr>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a:extLst>
                <a:ext uri="{FF2B5EF4-FFF2-40B4-BE49-F238E27FC236}">
                  <a16:creationId xmlns:a16="http://schemas.microsoft.com/office/drawing/2014/main" id="{FA4E558E-922C-30EC-06FA-CD53BFA4B396}"/>
                </a:ext>
              </a:extLst>
            </p:cNvPr>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a:extLst>
                <a:ext uri="{FF2B5EF4-FFF2-40B4-BE49-F238E27FC236}">
                  <a16:creationId xmlns:a16="http://schemas.microsoft.com/office/drawing/2014/main" id="{25CE5667-058D-59BC-68F2-9E8122615AE7}"/>
                </a:ext>
              </a:extLst>
            </p:cNvPr>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a:extLst>
                <a:ext uri="{FF2B5EF4-FFF2-40B4-BE49-F238E27FC236}">
                  <a16:creationId xmlns:a16="http://schemas.microsoft.com/office/drawing/2014/main" id="{F3861226-B9B6-70B6-5577-D71A6FC85456}"/>
                </a:ext>
              </a:extLst>
            </p:cNvPr>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a:extLst>
                <a:ext uri="{FF2B5EF4-FFF2-40B4-BE49-F238E27FC236}">
                  <a16:creationId xmlns:a16="http://schemas.microsoft.com/office/drawing/2014/main" id="{4EFB7EA4-A8F5-3BC2-3F30-BFF98522F7A0}"/>
                </a:ext>
              </a:extLst>
            </p:cNvPr>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a:extLst>
                <a:ext uri="{FF2B5EF4-FFF2-40B4-BE49-F238E27FC236}">
                  <a16:creationId xmlns:a16="http://schemas.microsoft.com/office/drawing/2014/main" id="{FBBF7594-EEF9-AAFA-ABDE-1F6C6497B173}"/>
                </a:ext>
              </a:extLst>
            </p:cNvPr>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a:extLst>
                <a:ext uri="{FF2B5EF4-FFF2-40B4-BE49-F238E27FC236}">
                  <a16:creationId xmlns:a16="http://schemas.microsoft.com/office/drawing/2014/main" id="{4274A70D-B726-D15C-199B-70BE0B11D704}"/>
                </a:ext>
              </a:extLst>
            </p:cNvPr>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a:extLst>
                <a:ext uri="{FF2B5EF4-FFF2-40B4-BE49-F238E27FC236}">
                  <a16:creationId xmlns:a16="http://schemas.microsoft.com/office/drawing/2014/main" id="{DC53E514-B352-9C30-8027-A346AC80C2DC}"/>
                </a:ext>
              </a:extLst>
            </p:cNvPr>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a:extLst>
                <a:ext uri="{FF2B5EF4-FFF2-40B4-BE49-F238E27FC236}">
                  <a16:creationId xmlns:a16="http://schemas.microsoft.com/office/drawing/2014/main" id="{6FFF186B-0B9B-FF3A-2DA0-3ED326E18A53}"/>
                </a:ext>
              </a:extLst>
            </p:cNvPr>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a:extLst>
                <a:ext uri="{FF2B5EF4-FFF2-40B4-BE49-F238E27FC236}">
                  <a16:creationId xmlns:a16="http://schemas.microsoft.com/office/drawing/2014/main" id="{6C09432D-B652-C886-526D-DAE275CB3A08}"/>
                </a:ext>
              </a:extLst>
            </p:cNvPr>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a:extLst>
                <a:ext uri="{FF2B5EF4-FFF2-40B4-BE49-F238E27FC236}">
                  <a16:creationId xmlns:a16="http://schemas.microsoft.com/office/drawing/2014/main" id="{01D1BB2E-0190-4AC8-2127-36CF7027C79D}"/>
                </a:ext>
              </a:extLst>
            </p:cNvPr>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a:extLst>
                <a:ext uri="{FF2B5EF4-FFF2-40B4-BE49-F238E27FC236}">
                  <a16:creationId xmlns:a16="http://schemas.microsoft.com/office/drawing/2014/main" id="{37E71B4E-5DD3-3826-6B40-AC768045D9D4}"/>
                </a:ext>
              </a:extLst>
            </p:cNvPr>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a:extLst>
                <a:ext uri="{FF2B5EF4-FFF2-40B4-BE49-F238E27FC236}">
                  <a16:creationId xmlns:a16="http://schemas.microsoft.com/office/drawing/2014/main" id="{77A60889-C9EA-6D4D-2025-82112B74689D}"/>
                </a:ext>
              </a:extLst>
            </p:cNvPr>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a:extLst>
                <a:ext uri="{FF2B5EF4-FFF2-40B4-BE49-F238E27FC236}">
                  <a16:creationId xmlns:a16="http://schemas.microsoft.com/office/drawing/2014/main" id="{15D81F21-F715-E0C0-A6A4-BADD9EA1D041}"/>
                </a:ext>
              </a:extLst>
            </p:cNvPr>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a:extLst>
                <a:ext uri="{FF2B5EF4-FFF2-40B4-BE49-F238E27FC236}">
                  <a16:creationId xmlns:a16="http://schemas.microsoft.com/office/drawing/2014/main" id="{9FC94FE4-385A-59AC-02E1-4E73783489E2}"/>
                </a:ext>
              </a:extLst>
            </p:cNvPr>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a:extLst>
                <a:ext uri="{FF2B5EF4-FFF2-40B4-BE49-F238E27FC236}">
                  <a16:creationId xmlns:a16="http://schemas.microsoft.com/office/drawing/2014/main" id="{6C3B236F-2501-709A-F89E-D6E6B4CCE5E2}"/>
                </a:ext>
              </a:extLst>
            </p:cNvPr>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a:extLst>
                <a:ext uri="{FF2B5EF4-FFF2-40B4-BE49-F238E27FC236}">
                  <a16:creationId xmlns:a16="http://schemas.microsoft.com/office/drawing/2014/main" id="{532C04BA-ABC7-4F90-8E83-EA145144E922}"/>
                </a:ext>
              </a:extLst>
            </p:cNvPr>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a:extLst>
                <a:ext uri="{FF2B5EF4-FFF2-40B4-BE49-F238E27FC236}">
                  <a16:creationId xmlns:a16="http://schemas.microsoft.com/office/drawing/2014/main" id="{E7AC4291-189C-069D-934F-50ABA01222AB}"/>
                </a:ext>
              </a:extLst>
            </p:cNvPr>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a:extLst>
                <a:ext uri="{FF2B5EF4-FFF2-40B4-BE49-F238E27FC236}">
                  <a16:creationId xmlns:a16="http://schemas.microsoft.com/office/drawing/2014/main" id="{BF6606F2-A8A2-8B6B-8350-CE7058E01F84}"/>
                </a:ext>
              </a:extLst>
            </p:cNvPr>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a:extLst>
                <a:ext uri="{FF2B5EF4-FFF2-40B4-BE49-F238E27FC236}">
                  <a16:creationId xmlns:a16="http://schemas.microsoft.com/office/drawing/2014/main" id="{35D85438-22A5-3DD9-10F6-3C3374325CBC}"/>
                </a:ext>
              </a:extLst>
            </p:cNvPr>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a:extLst>
                <a:ext uri="{FF2B5EF4-FFF2-40B4-BE49-F238E27FC236}">
                  <a16:creationId xmlns:a16="http://schemas.microsoft.com/office/drawing/2014/main" id="{C9EE90CA-DB28-F0EF-4F39-70CCC584D11E}"/>
                </a:ext>
              </a:extLst>
            </p:cNvPr>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a:extLst>
                <a:ext uri="{FF2B5EF4-FFF2-40B4-BE49-F238E27FC236}">
                  <a16:creationId xmlns:a16="http://schemas.microsoft.com/office/drawing/2014/main" id="{53A06845-30A8-D0B6-E9B8-5342E61DF1D7}"/>
                </a:ext>
              </a:extLst>
            </p:cNvPr>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a:extLst>
                <a:ext uri="{FF2B5EF4-FFF2-40B4-BE49-F238E27FC236}">
                  <a16:creationId xmlns:a16="http://schemas.microsoft.com/office/drawing/2014/main" id="{C8508FD3-D830-4315-1220-CEF56E8E2170}"/>
                </a:ext>
              </a:extLst>
            </p:cNvPr>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a:extLst>
                <a:ext uri="{FF2B5EF4-FFF2-40B4-BE49-F238E27FC236}">
                  <a16:creationId xmlns:a16="http://schemas.microsoft.com/office/drawing/2014/main" id="{AADF4029-7793-D686-93E5-62AF4C120136}"/>
                </a:ext>
              </a:extLst>
            </p:cNvPr>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a:extLst>
                <a:ext uri="{FF2B5EF4-FFF2-40B4-BE49-F238E27FC236}">
                  <a16:creationId xmlns:a16="http://schemas.microsoft.com/office/drawing/2014/main" id="{EAD0890B-90A0-128E-FFB1-F44B75A254CF}"/>
                </a:ext>
              </a:extLst>
            </p:cNvPr>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a:extLst>
                <a:ext uri="{FF2B5EF4-FFF2-40B4-BE49-F238E27FC236}">
                  <a16:creationId xmlns:a16="http://schemas.microsoft.com/office/drawing/2014/main" id="{9CE5DB79-30EC-2950-85B6-32007CCF5849}"/>
                </a:ext>
              </a:extLst>
            </p:cNvPr>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a:extLst>
                <a:ext uri="{FF2B5EF4-FFF2-40B4-BE49-F238E27FC236}">
                  <a16:creationId xmlns:a16="http://schemas.microsoft.com/office/drawing/2014/main" id="{CCE102B6-FC97-75C6-9CB5-3244848BBBC6}"/>
                </a:ext>
              </a:extLst>
            </p:cNvPr>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a:extLst>
                <a:ext uri="{FF2B5EF4-FFF2-40B4-BE49-F238E27FC236}">
                  <a16:creationId xmlns:a16="http://schemas.microsoft.com/office/drawing/2014/main" id="{D9F491C8-E340-31C3-A59F-BA22692D03B1}"/>
                </a:ext>
              </a:extLst>
            </p:cNvPr>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a:extLst>
                <a:ext uri="{FF2B5EF4-FFF2-40B4-BE49-F238E27FC236}">
                  <a16:creationId xmlns:a16="http://schemas.microsoft.com/office/drawing/2014/main" id="{B26D780D-F1B9-A29B-0E4F-B977FBCBB5AA}"/>
                </a:ext>
              </a:extLst>
            </p:cNvPr>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a:extLst>
                <a:ext uri="{FF2B5EF4-FFF2-40B4-BE49-F238E27FC236}">
                  <a16:creationId xmlns:a16="http://schemas.microsoft.com/office/drawing/2014/main" id="{F541C606-8902-2098-E153-BBD5A0324F82}"/>
                </a:ext>
              </a:extLst>
            </p:cNvPr>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a:extLst>
                <a:ext uri="{FF2B5EF4-FFF2-40B4-BE49-F238E27FC236}">
                  <a16:creationId xmlns:a16="http://schemas.microsoft.com/office/drawing/2014/main" id="{02C7E73E-8229-4E80-64CD-B70C052EC36A}"/>
                </a:ext>
              </a:extLst>
            </p:cNvPr>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a:extLst>
                <a:ext uri="{FF2B5EF4-FFF2-40B4-BE49-F238E27FC236}">
                  <a16:creationId xmlns:a16="http://schemas.microsoft.com/office/drawing/2014/main" id="{D94B07A1-B297-C49A-D0E7-E5F838DA89C0}"/>
                </a:ext>
              </a:extLst>
            </p:cNvPr>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a:extLst>
                <a:ext uri="{FF2B5EF4-FFF2-40B4-BE49-F238E27FC236}">
                  <a16:creationId xmlns:a16="http://schemas.microsoft.com/office/drawing/2014/main" id="{4F8EFAB5-BA1E-562F-7048-CEE6F2C65BE4}"/>
                </a:ext>
              </a:extLst>
            </p:cNvPr>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a:extLst>
                <a:ext uri="{FF2B5EF4-FFF2-40B4-BE49-F238E27FC236}">
                  <a16:creationId xmlns:a16="http://schemas.microsoft.com/office/drawing/2014/main" id="{EC4B410F-594D-9DD2-96F4-08EA7FC7354F}"/>
                </a:ext>
              </a:extLst>
            </p:cNvPr>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a:extLst>
                <a:ext uri="{FF2B5EF4-FFF2-40B4-BE49-F238E27FC236}">
                  <a16:creationId xmlns:a16="http://schemas.microsoft.com/office/drawing/2014/main" id="{70500F90-C8AC-0083-5EF1-F7B29C6A97EA}"/>
                </a:ext>
              </a:extLst>
            </p:cNvPr>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a:extLst>
                <a:ext uri="{FF2B5EF4-FFF2-40B4-BE49-F238E27FC236}">
                  <a16:creationId xmlns:a16="http://schemas.microsoft.com/office/drawing/2014/main" id="{38382461-2E03-6310-736F-92CAA05BCF4B}"/>
                </a:ext>
              </a:extLst>
            </p:cNvPr>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a:extLst>
                <a:ext uri="{FF2B5EF4-FFF2-40B4-BE49-F238E27FC236}">
                  <a16:creationId xmlns:a16="http://schemas.microsoft.com/office/drawing/2014/main" id="{BC52C77B-5D5E-73A2-161D-016141E2D93F}"/>
                </a:ext>
              </a:extLst>
            </p:cNvPr>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a:extLst>
                <a:ext uri="{FF2B5EF4-FFF2-40B4-BE49-F238E27FC236}">
                  <a16:creationId xmlns:a16="http://schemas.microsoft.com/office/drawing/2014/main" id="{9A21E1F9-603C-DCB1-83A0-3B3ED419DA97}"/>
                </a:ext>
              </a:extLst>
            </p:cNvPr>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a:extLst>
                <a:ext uri="{FF2B5EF4-FFF2-40B4-BE49-F238E27FC236}">
                  <a16:creationId xmlns:a16="http://schemas.microsoft.com/office/drawing/2014/main" id="{8E64DE0E-911D-2CA7-C4C4-8545A6FE7755}"/>
                </a:ext>
              </a:extLst>
            </p:cNvPr>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a:extLst>
                <a:ext uri="{FF2B5EF4-FFF2-40B4-BE49-F238E27FC236}">
                  <a16:creationId xmlns:a16="http://schemas.microsoft.com/office/drawing/2014/main" id="{7485D3AE-CEC3-8EDD-DD92-61CB4A709655}"/>
                </a:ext>
              </a:extLst>
            </p:cNvPr>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a:extLst>
                <a:ext uri="{FF2B5EF4-FFF2-40B4-BE49-F238E27FC236}">
                  <a16:creationId xmlns:a16="http://schemas.microsoft.com/office/drawing/2014/main" id="{59858497-85CA-A969-B3A2-FDD77574F45D}"/>
                </a:ext>
              </a:extLst>
            </p:cNvPr>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a:extLst>
                <a:ext uri="{FF2B5EF4-FFF2-40B4-BE49-F238E27FC236}">
                  <a16:creationId xmlns:a16="http://schemas.microsoft.com/office/drawing/2014/main" id="{31D49924-1017-7970-D3F5-5B9ECFE2540E}"/>
                </a:ext>
              </a:extLst>
            </p:cNvPr>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a:extLst>
                <a:ext uri="{FF2B5EF4-FFF2-40B4-BE49-F238E27FC236}">
                  <a16:creationId xmlns:a16="http://schemas.microsoft.com/office/drawing/2014/main" id="{240C572C-AB5A-EDEC-5960-657BDCC34943}"/>
                </a:ext>
              </a:extLst>
            </p:cNvPr>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a:extLst>
                <a:ext uri="{FF2B5EF4-FFF2-40B4-BE49-F238E27FC236}">
                  <a16:creationId xmlns:a16="http://schemas.microsoft.com/office/drawing/2014/main" id="{00DB085E-53EF-FEEB-6E61-3C4E565AF0AB}"/>
                </a:ext>
              </a:extLst>
            </p:cNvPr>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F7AD76B3-16EA-DA89-6390-D24444DA03AC}"/>
                </a:ext>
              </a:extLst>
            </p:cNvPr>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a:extLst>
                <a:ext uri="{FF2B5EF4-FFF2-40B4-BE49-F238E27FC236}">
                  <a16:creationId xmlns:a16="http://schemas.microsoft.com/office/drawing/2014/main" id="{10315DE8-8B59-B369-3A5E-3F450F4428B2}"/>
                </a:ext>
              </a:extLst>
            </p:cNvPr>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a:extLst>
                <a:ext uri="{FF2B5EF4-FFF2-40B4-BE49-F238E27FC236}">
                  <a16:creationId xmlns:a16="http://schemas.microsoft.com/office/drawing/2014/main" id="{AC9287DD-9676-7BCC-5B66-4DE07144E8E8}"/>
                </a:ext>
              </a:extLst>
            </p:cNvPr>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a:extLst>
                <a:ext uri="{FF2B5EF4-FFF2-40B4-BE49-F238E27FC236}">
                  <a16:creationId xmlns:a16="http://schemas.microsoft.com/office/drawing/2014/main" id="{845C7F35-FD21-4869-851F-32AA845EA47A}"/>
                </a:ext>
              </a:extLst>
            </p:cNvPr>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a:extLst>
                <a:ext uri="{FF2B5EF4-FFF2-40B4-BE49-F238E27FC236}">
                  <a16:creationId xmlns:a16="http://schemas.microsoft.com/office/drawing/2014/main" id="{6FA90C59-EA9A-54A7-84BB-F576FE27C588}"/>
                </a:ext>
              </a:extLst>
            </p:cNvPr>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a:extLst>
                <a:ext uri="{FF2B5EF4-FFF2-40B4-BE49-F238E27FC236}">
                  <a16:creationId xmlns:a16="http://schemas.microsoft.com/office/drawing/2014/main" id="{BDD0DBCC-A922-B7EB-6993-6555DBA857DC}"/>
                </a:ext>
              </a:extLst>
            </p:cNvPr>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a:extLst>
                <a:ext uri="{FF2B5EF4-FFF2-40B4-BE49-F238E27FC236}">
                  <a16:creationId xmlns:a16="http://schemas.microsoft.com/office/drawing/2014/main" id="{E85E8501-C5FC-4BB6-F017-6E5D62D47B61}"/>
                </a:ext>
              </a:extLst>
            </p:cNvPr>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a:extLst>
                <a:ext uri="{FF2B5EF4-FFF2-40B4-BE49-F238E27FC236}">
                  <a16:creationId xmlns:a16="http://schemas.microsoft.com/office/drawing/2014/main" id="{7FE0BEB5-B004-9A6B-9A90-C676CE7109F8}"/>
                </a:ext>
              </a:extLst>
            </p:cNvPr>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a:extLst>
                <a:ext uri="{FF2B5EF4-FFF2-40B4-BE49-F238E27FC236}">
                  <a16:creationId xmlns:a16="http://schemas.microsoft.com/office/drawing/2014/main" id="{3CBEFC2A-B530-77E3-5179-1759925DEA41}"/>
                </a:ext>
              </a:extLst>
            </p:cNvPr>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a:extLst>
                <a:ext uri="{FF2B5EF4-FFF2-40B4-BE49-F238E27FC236}">
                  <a16:creationId xmlns:a16="http://schemas.microsoft.com/office/drawing/2014/main" id="{1804408F-B4F9-C546-1447-2B57D2DDB96C}"/>
                </a:ext>
              </a:extLst>
            </p:cNvPr>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a:extLst>
                <a:ext uri="{FF2B5EF4-FFF2-40B4-BE49-F238E27FC236}">
                  <a16:creationId xmlns:a16="http://schemas.microsoft.com/office/drawing/2014/main" id="{F5D2A467-835D-9BFF-2B0F-9B75D5EB0868}"/>
                </a:ext>
              </a:extLst>
            </p:cNvPr>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a:extLst>
                <a:ext uri="{FF2B5EF4-FFF2-40B4-BE49-F238E27FC236}">
                  <a16:creationId xmlns:a16="http://schemas.microsoft.com/office/drawing/2014/main" id="{F501131C-E8D2-8B6E-8276-8E90B7AFE6CE}"/>
                </a:ext>
              </a:extLst>
            </p:cNvPr>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a:extLst>
                <a:ext uri="{FF2B5EF4-FFF2-40B4-BE49-F238E27FC236}">
                  <a16:creationId xmlns:a16="http://schemas.microsoft.com/office/drawing/2014/main" id="{F8E315E7-4DE7-50BE-38A7-8CFC6EDD8F59}"/>
                </a:ext>
              </a:extLst>
            </p:cNvPr>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a:extLst>
                <a:ext uri="{FF2B5EF4-FFF2-40B4-BE49-F238E27FC236}">
                  <a16:creationId xmlns:a16="http://schemas.microsoft.com/office/drawing/2014/main" id="{E5FB7ADD-2ABD-89C5-766C-1C221EBC5283}"/>
                </a:ext>
              </a:extLst>
            </p:cNvPr>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a:extLst>
                <a:ext uri="{FF2B5EF4-FFF2-40B4-BE49-F238E27FC236}">
                  <a16:creationId xmlns:a16="http://schemas.microsoft.com/office/drawing/2014/main" id="{228E6F35-176F-0AA2-144C-2515CFF82CCF}"/>
                </a:ext>
              </a:extLst>
            </p:cNvPr>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a:extLst>
                <a:ext uri="{FF2B5EF4-FFF2-40B4-BE49-F238E27FC236}">
                  <a16:creationId xmlns:a16="http://schemas.microsoft.com/office/drawing/2014/main" id="{2123C58D-9188-711A-59EB-10BD40FB7F08}"/>
                </a:ext>
              </a:extLst>
            </p:cNvPr>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a:extLst>
                <a:ext uri="{FF2B5EF4-FFF2-40B4-BE49-F238E27FC236}">
                  <a16:creationId xmlns:a16="http://schemas.microsoft.com/office/drawing/2014/main" id="{EA30D5D5-F82E-9379-FE34-0B27ED52FAB8}"/>
                </a:ext>
              </a:extLst>
            </p:cNvPr>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a:extLst>
                <a:ext uri="{FF2B5EF4-FFF2-40B4-BE49-F238E27FC236}">
                  <a16:creationId xmlns:a16="http://schemas.microsoft.com/office/drawing/2014/main" id="{799EE899-13F6-73DB-8051-18AFFAA282AB}"/>
                </a:ext>
              </a:extLst>
            </p:cNvPr>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a:extLst>
                <a:ext uri="{FF2B5EF4-FFF2-40B4-BE49-F238E27FC236}">
                  <a16:creationId xmlns:a16="http://schemas.microsoft.com/office/drawing/2014/main" id="{3C320EAA-D99E-8599-3B55-B3DB3F72FB1F}"/>
                </a:ext>
              </a:extLst>
            </p:cNvPr>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a:extLst>
                <a:ext uri="{FF2B5EF4-FFF2-40B4-BE49-F238E27FC236}">
                  <a16:creationId xmlns:a16="http://schemas.microsoft.com/office/drawing/2014/main" id="{9E357106-B457-C650-8928-7ECCF671A5C2}"/>
                </a:ext>
              </a:extLst>
            </p:cNvPr>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a:extLst>
                <a:ext uri="{FF2B5EF4-FFF2-40B4-BE49-F238E27FC236}">
                  <a16:creationId xmlns:a16="http://schemas.microsoft.com/office/drawing/2014/main" id="{F33426A3-4A94-FD0D-B299-46D11908E30A}"/>
                </a:ext>
              </a:extLst>
            </p:cNvPr>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a:extLst>
                <a:ext uri="{FF2B5EF4-FFF2-40B4-BE49-F238E27FC236}">
                  <a16:creationId xmlns:a16="http://schemas.microsoft.com/office/drawing/2014/main" id="{7EE8DE90-E14A-A177-31DB-76504CAD4CDC}"/>
                </a:ext>
              </a:extLst>
            </p:cNvPr>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a:extLst>
                <a:ext uri="{FF2B5EF4-FFF2-40B4-BE49-F238E27FC236}">
                  <a16:creationId xmlns:a16="http://schemas.microsoft.com/office/drawing/2014/main" id="{DA3395E7-25FE-F573-283F-0EF28DFA5B58}"/>
                </a:ext>
              </a:extLst>
            </p:cNvPr>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a:extLst>
                <a:ext uri="{FF2B5EF4-FFF2-40B4-BE49-F238E27FC236}">
                  <a16:creationId xmlns:a16="http://schemas.microsoft.com/office/drawing/2014/main" id="{7FB1D08C-583E-253A-E80B-26A6A9A264D7}"/>
                </a:ext>
              </a:extLst>
            </p:cNvPr>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a:extLst>
                <a:ext uri="{FF2B5EF4-FFF2-40B4-BE49-F238E27FC236}">
                  <a16:creationId xmlns:a16="http://schemas.microsoft.com/office/drawing/2014/main" id="{4BCFDBC8-75FC-D0F2-4493-6C7577D45DB0}"/>
                </a:ext>
              </a:extLst>
            </p:cNvPr>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a:extLst>
                <a:ext uri="{FF2B5EF4-FFF2-40B4-BE49-F238E27FC236}">
                  <a16:creationId xmlns:a16="http://schemas.microsoft.com/office/drawing/2014/main" id="{9E0A0149-62F5-25BF-017D-603FE167BD9B}"/>
                </a:ext>
              </a:extLst>
            </p:cNvPr>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a:extLst>
                <a:ext uri="{FF2B5EF4-FFF2-40B4-BE49-F238E27FC236}">
                  <a16:creationId xmlns:a16="http://schemas.microsoft.com/office/drawing/2014/main" id="{9F718FAF-32CD-18B0-2A05-EC0532455CEC}"/>
                </a:ext>
              </a:extLst>
            </p:cNvPr>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a:extLst>
                <a:ext uri="{FF2B5EF4-FFF2-40B4-BE49-F238E27FC236}">
                  <a16:creationId xmlns:a16="http://schemas.microsoft.com/office/drawing/2014/main" id="{DAF89FC4-699F-7918-BFD9-D4EC49A56675}"/>
                </a:ext>
              </a:extLst>
            </p:cNvPr>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a:extLst>
                <a:ext uri="{FF2B5EF4-FFF2-40B4-BE49-F238E27FC236}">
                  <a16:creationId xmlns:a16="http://schemas.microsoft.com/office/drawing/2014/main" id="{8705C7D2-D983-86B3-6AE3-FA813E71801E}"/>
                </a:ext>
              </a:extLst>
            </p:cNvPr>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a:extLst>
                <a:ext uri="{FF2B5EF4-FFF2-40B4-BE49-F238E27FC236}">
                  <a16:creationId xmlns:a16="http://schemas.microsoft.com/office/drawing/2014/main" id="{EEB461F6-7510-4371-FC3B-EC8DA9C0F989}"/>
                </a:ext>
              </a:extLst>
            </p:cNvPr>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a:extLst>
                <a:ext uri="{FF2B5EF4-FFF2-40B4-BE49-F238E27FC236}">
                  <a16:creationId xmlns:a16="http://schemas.microsoft.com/office/drawing/2014/main" id="{9B6EA62E-5ED7-AF1B-D7EB-9A1175C2BB45}"/>
                </a:ext>
              </a:extLst>
            </p:cNvPr>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a:extLst>
                <a:ext uri="{FF2B5EF4-FFF2-40B4-BE49-F238E27FC236}">
                  <a16:creationId xmlns:a16="http://schemas.microsoft.com/office/drawing/2014/main" id="{C793AABA-5A7E-BF14-7C01-FB70CB7A4008}"/>
                </a:ext>
              </a:extLst>
            </p:cNvPr>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a:extLst>
                <a:ext uri="{FF2B5EF4-FFF2-40B4-BE49-F238E27FC236}">
                  <a16:creationId xmlns:a16="http://schemas.microsoft.com/office/drawing/2014/main" id="{90CEA504-4A2D-A783-B2E8-8C482CA376AD}"/>
                </a:ext>
              </a:extLst>
            </p:cNvPr>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a:extLst>
                <a:ext uri="{FF2B5EF4-FFF2-40B4-BE49-F238E27FC236}">
                  <a16:creationId xmlns:a16="http://schemas.microsoft.com/office/drawing/2014/main" id="{BDFA143C-68A8-9EB8-10E0-3A591EAFE015}"/>
                </a:ext>
              </a:extLst>
            </p:cNvPr>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a:extLst>
                <a:ext uri="{FF2B5EF4-FFF2-40B4-BE49-F238E27FC236}">
                  <a16:creationId xmlns:a16="http://schemas.microsoft.com/office/drawing/2014/main" id="{4126F48E-556E-5BF5-6E08-B9C41D876BAB}"/>
                </a:ext>
              </a:extLst>
            </p:cNvPr>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a:extLst>
                <a:ext uri="{FF2B5EF4-FFF2-40B4-BE49-F238E27FC236}">
                  <a16:creationId xmlns:a16="http://schemas.microsoft.com/office/drawing/2014/main" id="{7F050DD0-E368-7ED8-AD68-F9FDE9236C23}"/>
                </a:ext>
              </a:extLst>
            </p:cNvPr>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a:extLst>
                <a:ext uri="{FF2B5EF4-FFF2-40B4-BE49-F238E27FC236}">
                  <a16:creationId xmlns:a16="http://schemas.microsoft.com/office/drawing/2014/main" id="{86C87A44-964A-7AD2-ECE2-C08091190D26}"/>
                </a:ext>
              </a:extLst>
            </p:cNvPr>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a:extLst>
                <a:ext uri="{FF2B5EF4-FFF2-40B4-BE49-F238E27FC236}">
                  <a16:creationId xmlns:a16="http://schemas.microsoft.com/office/drawing/2014/main" id="{A8267650-0EB4-A093-8A1F-808F90F7B697}"/>
                </a:ext>
              </a:extLst>
            </p:cNvPr>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a:extLst>
                <a:ext uri="{FF2B5EF4-FFF2-40B4-BE49-F238E27FC236}">
                  <a16:creationId xmlns:a16="http://schemas.microsoft.com/office/drawing/2014/main" id="{F83DCCF9-1ECF-E4B0-95A5-C5988331D35A}"/>
                </a:ext>
              </a:extLst>
            </p:cNvPr>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a:extLst>
                <a:ext uri="{FF2B5EF4-FFF2-40B4-BE49-F238E27FC236}">
                  <a16:creationId xmlns:a16="http://schemas.microsoft.com/office/drawing/2014/main" id="{6871768D-3074-EB56-B80B-BC5E5AAF941E}"/>
                </a:ext>
              </a:extLst>
            </p:cNvPr>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a:extLst>
                <a:ext uri="{FF2B5EF4-FFF2-40B4-BE49-F238E27FC236}">
                  <a16:creationId xmlns:a16="http://schemas.microsoft.com/office/drawing/2014/main" id="{66C880FE-F52C-0957-EA02-F2261BA49F4D}"/>
                </a:ext>
              </a:extLst>
            </p:cNvPr>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a:extLst>
                <a:ext uri="{FF2B5EF4-FFF2-40B4-BE49-F238E27FC236}">
                  <a16:creationId xmlns:a16="http://schemas.microsoft.com/office/drawing/2014/main" id="{8A3D898A-7373-8405-820C-1C54198C9DA1}"/>
                </a:ext>
              </a:extLst>
            </p:cNvPr>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a:extLst>
                <a:ext uri="{FF2B5EF4-FFF2-40B4-BE49-F238E27FC236}">
                  <a16:creationId xmlns:a16="http://schemas.microsoft.com/office/drawing/2014/main" id="{5BC4AFC3-6EF1-F902-C32E-B1C52D81BC46}"/>
                </a:ext>
              </a:extLst>
            </p:cNvPr>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a:extLst>
                <a:ext uri="{FF2B5EF4-FFF2-40B4-BE49-F238E27FC236}">
                  <a16:creationId xmlns:a16="http://schemas.microsoft.com/office/drawing/2014/main" id="{5F827F91-F86C-2EA1-DB5E-B57E96E7AEBF}"/>
                </a:ext>
              </a:extLst>
            </p:cNvPr>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a:extLst>
                <a:ext uri="{FF2B5EF4-FFF2-40B4-BE49-F238E27FC236}">
                  <a16:creationId xmlns:a16="http://schemas.microsoft.com/office/drawing/2014/main" id="{B307F235-36AE-A31C-E165-36CFBCC45FF7}"/>
                </a:ext>
              </a:extLst>
            </p:cNvPr>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a:extLst>
                <a:ext uri="{FF2B5EF4-FFF2-40B4-BE49-F238E27FC236}">
                  <a16:creationId xmlns:a16="http://schemas.microsoft.com/office/drawing/2014/main" id="{184F7A9E-B23C-25F2-EF6D-A338CA9D02FA}"/>
                </a:ext>
              </a:extLst>
            </p:cNvPr>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a:extLst>
                <a:ext uri="{FF2B5EF4-FFF2-40B4-BE49-F238E27FC236}">
                  <a16:creationId xmlns:a16="http://schemas.microsoft.com/office/drawing/2014/main" id="{3AB8DFDA-4124-5651-7E34-A6A0B5B3195B}"/>
                </a:ext>
              </a:extLst>
            </p:cNvPr>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a:extLst>
                <a:ext uri="{FF2B5EF4-FFF2-40B4-BE49-F238E27FC236}">
                  <a16:creationId xmlns:a16="http://schemas.microsoft.com/office/drawing/2014/main" id="{DDE3C249-F596-A4E7-7D4A-8F167B644AE1}"/>
                </a:ext>
              </a:extLst>
            </p:cNvPr>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a:extLst>
                <a:ext uri="{FF2B5EF4-FFF2-40B4-BE49-F238E27FC236}">
                  <a16:creationId xmlns:a16="http://schemas.microsoft.com/office/drawing/2014/main" id="{5F9D8235-B230-B4B5-2808-12BDDBD75E78}"/>
                </a:ext>
              </a:extLst>
            </p:cNvPr>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a:extLst>
                <a:ext uri="{FF2B5EF4-FFF2-40B4-BE49-F238E27FC236}">
                  <a16:creationId xmlns:a16="http://schemas.microsoft.com/office/drawing/2014/main" id="{EB70FBBD-0FED-9076-3872-9407D26BF824}"/>
                </a:ext>
              </a:extLst>
            </p:cNvPr>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a:extLst>
                <a:ext uri="{FF2B5EF4-FFF2-40B4-BE49-F238E27FC236}">
                  <a16:creationId xmlns:a16="http://schemas.microsoft.com/office/drawing/2014/main" id="{A1AA805E-8577-6C4A-9A53-B1E0288DFF9E}"/>
                </a:ext>
              </a:extLst>
            </p:cNvPr>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a:extLst>
                <a:ext uri="{FF2B5EF4-FFF2-40B4-BE49-F238E27FC236}">
                  <a16:creationId xmlns:a16="http://schemas.microsoft.com/office/drawing/2014/main" id="{E2410AE0-F38D-C2DF-6205-3EC852852BD6}"/>
                </a:ext>
              </a:extLst>
            </p:cNvPr>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a:extLst>
                <a:ext uri="{FF2B5EF4-FFF2-40B4-BE49-F238E27FC236}">
                  <a16:creationId xmlns:a16="http://schemas.microsoft.com/office/drawing/2014/main" id="{6026AA8C-1379-20A8-8605-E8DD5786E841}"/>
                </a:ext>
              </a:extLst>
            </p:cNvPr>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a:extLst>
                <a:ext uri="{FF2B5EF4-FFF2-40B4-BE49-F238E27FC236}">
                  <a16:creationId xmlns:a16="http://schemas.microsoft.com/office/drawing/2014/main" id="{7234E3D7-412A-D511-0DA8-BFB63B1F5820}"/>
                </a:ext>
              </a:extLst>
            </p:cNvPr>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a:extLst>
                <a:ext uri="{FF2B5EF4-FFF2-40B4-BE49-F238E27FC236}">
                  <a16:creationId xmlns:a16="http://schemas.microsoft.com/office/drawing/2014/main" id="{95CCC679-386B-AC95-C62A-66BA80553FAE}"/>
                </a:ext>
              </a:extLst>
            </p:cNvPr>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a:extLst>
                <a:ext uri="{FF2B5EF4-FFF2-40B4-BE49-F238E27FC236}">
                  <a16:creationId xmlns:a16="http://schemas.microsoft.com/office/drawing/2014/main" id="{5132AC2C-9071-307B-8A88-30B116345C48}"/>
                </a:ext>
              </a:extLst>
            </p:cNvPr>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a:extLst>
                <a:ext uri="{FF2B5EF4-FFF2-40B4-BE49-F238E27FC236}">
                  <a16:creationId xmlns:a16="http://schemas.microsoft.com/office/drawing/2014/main" id="{AC0AF2F1-E6FA-F209-CF97-F75FF10715FC}"/>
                </a:ext>
              </a:extLst>
            </p:cNvPr>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a:extLst>
                <a:ext uri="{FF2B5EF4-FFF2-40B4-BE49-F238E27FC236}">
                  <a16:creationId xmlns:a16="http://schemas.microsoft.com/office/drawing/2014/main" id="{8A6335C0-B3A5-0218-9D04-90134DEF3E11}"/>
                </a:ext>
              </a:extLst>
            </p:cNvPr>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a:extLst>
                <a:ext uri="{FF2B5EF4-FFF2-40B4-BE49-F238E27FC236}">
                  <a16:creationId xmlns:a16="http://schemas.microsoft.com/office/drawing/2014/main" id="{726FD6EF-C657-DA9F-963C-FA6DB26D51AA}"/>
                </a:ext>
              </a:extLst>
            </p:cNvPr>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a:extLst>
                <a:ext uri="{FF2B5EF4-FFF2-40B4-BE49-F238E27FC236}">
                  <a16:creationId xmlns:a16="http://schemas.microsoft.com/office/drawing/2014/main" id="{D467413F-6CE2-576B-125F-4208063C476C}"/>
                </a:ext>
              </a:extLst>
            </p:cNvPr>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a:extLst>
                <a:ext uri="{FF2B5EF4-FFF2-40B4-BE49-F238E27FC236}">
                  <a16:creationId xmlns:a16="http://schemas.microsoft.com/office/drawing/2014/main" id="{C672AF69-FAF8-F006-6442-8E76903C4AD5}"/>
                </a:ext>
              </a:extLst>
            </p:cNvPr>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a:extLst>
                <a:ext uri="{FF2B5EF4-FFF2-40B4-BE49-F238E27FC236}">
                  <a16:creationId xmlns:a16="http://schemas.microsoft.com/office/drawing/2014/main" id="{E31F1399-AEAC-614C-69AB-0241D6144964}"/>
                </a:ext>
              </a:extLst>
            </p:cNvPr>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a:extLst>
                <a:ext uri="{FF2B5EF4-FFF2-40B4-BE49-F238E27FC236}">
                  <a16:creationId xmlns:a16="http://schemas.microsoft.com/office/drawing/2014/main" id="{2C3E27F9-24D3-94F5-9BBF-085E6C77C9D8}"/>
                </a:ext>
              </a:extLst>
            </p:cNvPr>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a:extLst>
                <a:ext uri="{FF2B5EF4-FFF2-40B4-BE49-F238E27FC236}">
                  <a16:creationId xmlns:a16="http://schemas.microsoft.com/office/drawing/2014/main" id="{15507346-7C08-EC97-079E-6ABCFD11F5EE}"/>
                </a:ext>
              </a:extLst>
            </p:cNvPr>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a:extLst>
                <a:ext uri="{FF2B5EF4-FFF2-40B4-BE49-F238E27FC236}">
                  <a16:creationId xmlns:a16="http://schemas.microsoft.com/office/drawing/2014/main" id="{3722A553-4ECB-601E-EADC-5CC40EDDF37B}"/>
                </a:ext>
              </a:extLst>
            </p:cNvPr>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a:extLst>
                <a:ext uri="{FF2B5EF4-FFF2-40B4-BE49-F238E27FC236}">
                  <a16:creationId xmlns:a16="http://schemas.microsoft.com/office/drawing/2014/main" id="{5731EDCA-106C-65A3-2A66-25DF9AB011DC}"/>
                </a:ext>
              </a:extLst>
            </p:cNvPr>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a:extLst>
                <a:ext uri="{FF2B5EF4-FFF2-40B4-BE49-F238E27FC236}">
                  <a16:creationId xmlns:a16="http://schemas.microsoft.com/office/drawing/2014/main" id="{74BC963A-A62B-6ACC-E6B7-FEE9B22A9DE6}"/>
                </a:ext>
              </a:extLst>
            </p:cNvPr>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a:extLst>
                <a:ext uri="{FF2B5EF4-FFF2-40B4-BE49-F238E27FC236}">
                  <a16:creationId xmlns:a16="http://schemas.microsoft.com/office/drawing/2014/main" id="{FD6F06CF-6CC5-AC53-A972-DF7E55E34587}"/>
                </a:ext>
              </a:extLst>
            </p:cNvPr>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a:extLst>
                <a:ext uri="{FF2B5EF4-FFF2-40B4-BE49-F238E27FC236}">
                  <a16:creationId xmlns:a16="http://schemas.microsoft.com/office/drawing/2014/main" id="{7DEE5F09-95CB-71F7-5AEC-4DCE4329611E}"/>
                </a:ext>
              </a:extLst>
            </p:cNvPr>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a:extLst>
                <a:ext uri="{FF2B5EF4-FFF2-40B4-BE49-F238E27FC236}">
                  <a16:creationId xmlns:a16="http://schemas.microsoft.com/office/drawing/2014/main" id="{F3303997-6305-1B58-117B-F530FBCE87B8}"/>
                </a:ext>
              </a:extLst>
            </p:cNvPr>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a:extLst>
                <a:ext uri="{FF2B5EF4-FFF2-40B4-BE49-F238E27FC236}">
                  <a16:creationId xmlns:a16="http://schemas.microsoft.com/office/drawing/2014/main" id="{531E84ED-C40D-1FA1-1D9A-9B0495C33B4E}"/>
                </a:ext>
              </a:extLst>
            </p:cNvPr>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a:extLst>
                <a:ext uri="{FF2B5EF4-FFF2-40B4-BE49-F238E27FC236}">
                  <a16:creationId xmlns:a16="http://schemas.microsoft.com/office/drawing/2014/main" id="{365C0DBF-FB4A-0CA0-012F-5D382E56345C}"/>
                </a:ext>
              </a:extLst>
            </p:cNvPr>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a:extLst>
                <a:ext uri="{FF2B5EF4-FFF2-40B4-BE49-F238E27FC236}">
                  <a16:creationId xmlns:a16="http://schemas.microsoft.com/office/drawing/2014/main" id="{E8B96A92-4DBD-5F53-BA3C-93758EB4A64B}"/>
                </a:ext>
              </a:extLst>
            </p:cNvPr>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a:extLst>
                <a:ext uri="{FF2B5EF4-FFF2-40B4-BE49-F238E27FC236}">
                  <a16:creationId xmlns:a16="http://schemas.microsoft.com/office/drawing/2014/main" id="{50F14BDE-D1A9-9A82-BF81-61FF7B8EFB2C}"/>
                </a:ext>
              </a:extLst>
            </p:cNvPr>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a:extLst>
                <a:ext uri="{FF2B5EF4-FFF2-40B4-BE49-F238E27FC236}">
                  <a16:creationId xmlns:a16="http://schemas.microsoft.com/office/drawing/2014/main" id="{43FAE5A8-6EF8-0308-4455-C2A8D9250696}"/>
                </a:ext>
              </a:extLst>
            </p:cNvPr>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a:extLst>
                <a:ext uri="{FF2B5EF4-FFF2-40B4-BE49-F238E27FC236}">
                  <a16:creationId xmlns:a16="http://schemas.microsoft.com/office/drawing/2014/main" id="{E1FD2230-A9CA-C3EE-2459-47E53A72E30D}"/>
                </a:ext>
              </a:extLst>
            </p:cNvPr>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a:extLst>
                <a:ext uri="{FF2B5EF4-FFF2-40B4-BE49-F238E27FC236}">
                  <a16:creationId xmlns:a16="http://schemas.microsoft.com/office/drawing/2014/main" id="{2AD9FC85-11AF-4418-AEC7-9D6019034DB9}"/>
                </a:ext>
              </a:extLst>
            </p:cNvPr>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a:extLst>
                <a:ext uri="{FF2B5EF4-FFF2-40B4-BE49-F238E27FC236}">
                  <a16:creationId xmlns:a16="http://schemas.microsoft.com/office/drawing/2014/main" id="{9697E0E2-69B1-69C3-F05D-E4106AB6A930}"/>
                </a:ext>
              </a:extLst>
            </p:cNvPr>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a:extLst>
                <a:ext uri="{FF2B5EF4-FFF2-40B4-BE49-F238E27FC236}">
                  <a16:creationId xmlns:a16="http://schemas.microsoft.com/office/drawing/2014/main" id="{E81C268F-9CC1-9231-7510-0E08C1C237D6}"/>
                </a:ext>
              </a:extLst>
            </p:cNvPr>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a:extLst>
                <a:ext uri="{FF2B5EF4-FFF2-40B4-BE49-F238E27FC236}">
                  <a16:creationId xmlns:a16="http://schemas.microsoft.com/office/drawing/2014/main" id="{9525E912-9C4A-52EA-5153-2EC435AFE29E}"/>
                </a:ext>
              </a:extLst>
            </p:cNvPr>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a:extLst>
                <a:ext uri="{FF2B5EF4-FFF2-40B4-BE49-F238E27FC236}">
                  <a16:creationId xmlns:a16="http://schemas.microsoft.com/office/drawing/2014/main" id="{4E61F39B-8F1E-BF2E-3960-40B90A074BD8}"/>
                </a:ext>
              </a:extLst>
            </p:cNvPr>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a:extLst>
                <a:ext uri="{FF2B5EF4-FFF2-40B4-BE49-F238E27FC236}">
                  <a16:creationId xmlns:a16="http://schemas.microsoft.com/office/drawing/2014/main" id="{22D91266-3D25-68E0-C415-42859C4C92F9}"/>
                </a:ext>
              </a:extLst>
            </p:cNvPr>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a:extLst>
                <a:ext uri="{FF2B5EF4-FFF2-40B4-BE49-F238E27FC236}">
                  <a16:creationId xmlns:a16="http://schemas.microsoft.com/office/drawing/2014/main" id="{9DD1D51C-C3C7-A547-6C67-A915CDF75C7B}"/>
                </a:ext>
              </a:extLst>
            </p:cNvPr>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a:extLst>
                <a:ext uri="{FF2B5EF4-FFF2-40B4-BE49-F238E27FC236}">
                  <a16:creationId xmlns:a16="http://schemas.microsoft.com/office/drawing/2014/main" id="{119C2DC7-86B3-7126-2ADF-DA9786D80FE4}"/>
                </a:ext>
              </a:extLst>
            </p:cNvPr>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a:extLst>
                <a:ext uri="{FF2B5EF4-FFF2-40B4-BE49-F238E27FC236}">
                  <a16:creationId xmlns:a16="http://schemas.microsoft.com/office/drawing/2014/main" id="{BFB5A6B3-C175-4DA1-A824-579A651B2DF7}"/>
                </a:ext>
              </a:extLst>
            </p:cNvPr>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a:extLst>
                <a:ext uri="{FF2B5EF4-FFF2-40B4-BE49-F238E27FC236}">
                  <a16:creationId xmlns:a16="http://schemas.microsoft.com/office/drawing/2014/main" id="{0A7B29FF-EA5D-73FF-5F42-4E907AEB9774}"/>
                </a:ext>
              </a:extLst>
            </p:cNvPr>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a:extLst>
                <a:ext uri="{FF2B5EF4-FFF2-40B4-BE49-F238E27FC236}">
                  <a16:creationId xmlns:a16="http://schemas.microsoft.com/office/drawing/2014/main" id="{D3F29A29-F320-9797-1223-3E11B881BE96}"/>
                </a:ext>
              </a:extLst>
            </p:cNvPr>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a:extLst>
                <a:ext uri="{FF2B5EF4-FFF2-40B4-BE49-F238E27FC236}">
                  <a16:creationId xmlns:a16="http://schemas.microsoft.com/office/drawing/2014/main" id="{966A7B31-496F-DA2A-5613-E38D765869EF}"/>
                </a:ext>
              </a:extLst>
            </p:cNvPr>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a:extLst>
                <a:ext uri="{FF2B5EF4-FFF2-40B4-BE49-F238E27FC236}">
                  <a16:creationId xmlns:a16="http://schemas.microsoft.com/office/drawing/2014/main" id="{27E24684-A692-E9BE-4A5C-24465A9E595A}"/>
                </a:ext>
              </a:extLst>
            </p:cNvPr>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a:extLst>
              <a:ext uri="{FF2B5EF4-FFF2-40B4-BE49-F238E27FC236}">
                <a16:creationId xmlns:a16="http://schemas.microsoft.com/office/drawing/2014/main" id="{3698D2E0-4309-003C-6D5F-82B409B73D5F}"/>
              </a:ext>
            </a:extLst>
          </p:cNvPr>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31C4EC54-B942-E97F-4E07-BD0E4C2DE2A3}"/>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9E7F9D85-68F6-B216-1888-7E0336D6AFEE}"/>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4730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F648F6-FF16-2893-E004-4387A89DB269}"/>
              </a:ext>
            </a:extLst>
          </p:cNvPr>
          <p:cNvSpPr>
            <a:spLocks noGrp="1"/>
          </p:cNvSpPr>
          <p:nvPr>
            <p:ph type="title"/>
          </p:nvPr>
        </p:nvSpPr>
        <p:spPr>
          <a:xfrm>
            <a:off x="720000" y="334125"/>
            <a:ext cx="7704000" cy="372119"/>
          </a:xfrm>
        </p:spPr>
        <p:txBody>
          <a:bodyPr/>
          <a:lstStyle/>
          <a:p>
            <a:pPr algn="l"/>
            <a:r>
              <a:rPr lang="en-US" sz="1600"/>
              <a:t>Emissions: Initial Considerations and EDA</a:t>
            </a:r>
          </a:p>
        </p:txBody>
      </p:sp>
      <p:sp>
        <p:nvSpPr>
          <p:cNvPr id="6" name="Text Placeholder 5">
            <a:extLst>
              <a:ext uri="{FF2B5EF4-FFF2-40B4-BE49-F238E27FC236}">
                <a16:creationId xmlns:a16="http://schemas.microsoft.com/office/drawing/2014/main" id="{1E7B08FF-6C6E-52E2-7C70-A3969A0A1E7B}"/>
              </a:ext>
            </a:extLst>
          </p:cNvPr>
          <p:cNvSpPr>
            <a:spLocks noGrp="1"/>
          </p:cNvSpPr>
          <p:nvPr>
            <p:ph type="body" idx="1"/>
          </p:nvPr>
        </p:nvSpPr>
        <p:spPr>
          <a:xfrm>
            <a:off x="720000" y="706244"/>
            <a:ext cx="3852000" cy="3862631"/>
          </a:xfrm>
        </p:spPr>
        <p:txBody>
          <a:bodyPr/>
          <a:lstStyle/>
          <a:p>
            <a:r>
              <a:rPr lang="en-US" sz="2000"/>
              <a:t>The data are emissions of CO</a:t>
            </a:r>
            <a:r>
              <a:rPr lang="en-US" sz="2000" baseline="-25000"/>
              <a:t>2</a:t>
            </a:r>
            <a:r>
              <a:rPr lang="en-US" sz="2000"/>
              <a:t> in metric tons</a:t>
            </a:r>
            <a:br>
              <a:rPr lang="en-US" sz="2000"/>
            </a:br>
            <a:br>
              <a:rPr lang="en-US" sz="2000"/>
            </a:br>
            <a:br>
              <a:rPr lang="en-US" sz="2000"/>
            </a:br>
            <a:endParaRPr lang="en-US" sz="2000"/>
          </a:p>
          <a:p>
            <a:r>
              <a:rPr lang="en-US" sz="2000"/>
              <a:t>Need some way to normalize: passenger-kilometers (PKM) allows to us normalize by usage, giving us g CO</a:t>
            </a:r>
            <a:r>
              <a:rPr lang="en-US" sz="2000" baseline="-25000"/>
              <a:t>2</a:t>
            </a:r>
            <a:r>
              <a:rPr lang="en-US" sz="2000"/>
              <a:t>/PKM</a:t>
            </a:r>
          </a:p>
          <a:p>
            <a:endParaRPr lang="en-US" sz="2000"/>
          </a:p>
        </p:txBody>
      </p:sp>
      <p:grpSp>
        <p:nvGrpSpPr>
          <p:cNvPr id="9" name="Group 8">
            <a:extLst>
              <a:ext uri="{FF2B5EF4-FFF2-40B4-BE49-F238E27FC236}">
                <a16:creationId xmlns:a16="http://schemas.microsoft.com/office/drawing/2014/main" id="{E20B4FAA-2A5C-D89D-7470-FA010508F77B}"/>
              </a:ext>
            </a:extLst>
          </p:cNvPr>
          <p:cNvGrpSpPr/>
          <p:nvPr/>
        </p:nvGrpSpPr>
        <p:grpSpPr>
          <a:xfrm>
            <a:off x="4724956" y="657026"/>
            <a:ext cx="4325874" cy="1619518"/>
            <a:chOff x="4724956" y="657026"/>
            <a:chExt cx="4325874" cy="1619518"/>
          </a:xfrm>
        </p:grpSpPr>
        <p:pic>
          <p:nvPicPr>
            <p:cNvPr id="1026" name="Picture 2">
              <a:extLst>
                <a:ext uri="{FF2B5EF4-FFF2-40B4-BE49-F238E27FC236}">
                  <a16:creationId xmlns:a16="http://schemas.microsoft.com/office/drawing/2014/main" id="{B926835C-F01E-40E8-783C-5CD74A5220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73"/>
            <a:stretch>
              <a:fillRect/>
            </a:stretch>
          </p:blipFill>
          <p:spPr bwMode="auto">
            <a:xfrm>
              <a:off x="4728117" y="918636"/>
              <a:ext cx="4322713" cy="13579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6DAC420-5DE6-065A-5FDE-53F79507885D}"/>
                </a:ext>
              </a:extLst>
            </p:cNvPr>
            <p:cNvSpPr txBox="1"/>
            <p:nvPr/>
          </p:nvSpPr>
          <p:spPr>
            <a:xfrm>
              <a:off x="4724956" y="657026"/>
              <a:ext cx="1182029" cy="261610"/>
            </a:xfrm>
            <a:prstGeom prst="rect">
              <a:avLst/>
            </a:prstGeom>
            <a:noFill/>
          </p:spPr>
          <p:txBody>
            <a:bodyPr wrap="square" rtlCol="0">
              <a:spAutoFit/>
            </a:bodyPr>
            <a:lstStyle/>
            <a:p>
              <a:r>
                <a:rPr lang="en-US" sz="1100">
                  <a:solidFill>
                    <a:schemeClr val="accent5"/>
                  </a:solidFill>
                  <a:latin typeface="Corbel" panose="020B0503020204020204" pitchFamily="34" charset="0"/>
                  <a:ea typeface="Arimo" panose="020B0604020202020204" charset="0"/>
                  <a:cs typeface="Arimo" panose="020B0604020202020204" charset="0"/>
                </a:rPr>
                <a:t>“Raw” Emissions</a:t>
              </a:r>
            </a:p>
          </p:txBody>
        </p:sp>
      </p:grpSp>
      <p:grpSp>
        <p:nvGrpSpPr>
          <p:cNvPr id="11" name="Group 10">
            <a:extLst>
              <a:ext uri="{FF2B5EF4-FFF2-40B4-BE49-F238E27FC236}">
                <a16:creationId xmlns:a16="http://schemas.microsoft.com/office/drawing/2014/main" id="{A01A90AE-D492-47CA-8F9B-9024C3DBC6FD}"/>
              </a:ext>
            </a:extLst>
          </p:cNvPr>
          <p:cNvGrpSpPr/>
          <p:nvPr/>
        </p:nvGrpSpPr>
        <p:grpSpPr>
          <a:xfrm>
            <a:off x="4572000" y="2605346"/>
            <a:ext cx="4359063" cy="1619518"/>
            <a:chOff x="4572000" y="2605346"/>
            <a:chExt cx="4359063" cy="1619518"/>
          </a:xfrm>
        </p:grpSpPr>
        <p:pic>
          <p:nvPicPr>
            <p:cNvPr id="1028" name="Picture 4">
              <a:extLst>
                <a:ext uri="{FF2B5EF4-FFF2-40B4-BE49-F238E27FC236}">
                  <a16:creationId xmlns:a16="http://schemas.microsoft.com/office/drawing/2014/main" id="{14294A54-7350-99E9-BB49-91FF9554ED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8" t="6859"/>
            <a:stretch>
              <a:fillRect/>
            </a:stretch>
          </p:blipFill>
          <p:spPr bwMode="auto">
            <a:xfrm>
              <a:off x="4572000" y="2866956"/>
              <a:ext cx="4359063" cy="135790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5510C58-756D-C862-6034-3E5EFF27C18B}"/>
                </a:ext>
              </a:extLst>
            </p:cNvPr>
            <p:cNvSpPr txBox="1"/>
            <p:nvPr/>
          </p:nvSpPr>
          <p:spPr>
            <a:xfrm>
              <a:off x="4572000" y="2605346"/>
              <a:ext cx="1761893" cy="261610"/>
            </a:xfrm>
            <a:prstGeom prst="rect">
              <a:avLst/>
            </a:prstGeom>
            <a:noFill/>
          </p:spPr>
          <p:txBody>
            <a:bodyPr wrap="square" rtlCol="0">
              <a:spAutoFit/>
            </a:bodyPr>
            <a:lstStyle/>
            <a:p>
              <a:r>
                <a:rPr lang="en-US" sz="1100">
                  <a:solidFill>
                    <a:schemeClr val="accent5"/>
                  </a:solidFill>
                  <a:latin typeface="Corbel" panose="020B0503020204020204" pitchFamily="34" charset="0"/>
                  <a:ea typeface="Arimo" panose="020B0604020202020204" charset="0"/>
                  <a:cs typeface="Arimo" panose="020B0604020202020204" charset="0"/>
                </a:rPr>
                <a:t>Normalized Emissions</a:t>
              </a:r>
            </a:p>
          </p:txBody>
        </p:sp>
      </p:grpSp>
    </p:spTree>
    <p:extLst>
      <p:ext uri="{BB962C8B-B14F-4D97-AF65-F5344CB8AC3E}">
        <p14:creationId xmlns:p14="http://schemas.microsoft.com/office/powerpoint/2010/main" val="19528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D8B0B-1E31-EB3E-7DC5-926150B1AC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32B013-C774-CC1B-3A84-517D5BF495A8}"/>
              </a:ext>
            </a:extLst>
          </p:cNvPr>
          <p:cNvSpPr>
            <a:spLocks noGrp="1"/>
          </p:cNvSpPr>
          <p:nvPr>
            <p:ph type="title"/>
          </p:nvPr>
        </p:nvSpPr>
        <p:spPr>
          <a:xfrm>
            <a:off x="720000" y="334125"/>
            <a:ext cx="7704000" cy="372119"/>
          </a:xfrm>
        </p:spPr>
        <p:txBody>
          <a:bodyPr/>
          <a:lstStyle/>
          <a:p>
            <a:pPr algn="l"/>
            <a:r>
              <a:rPr lang="en-US" sz="1600"/>
              <a:t>Emissions: Initial Considerations and EDA</a:t>
            </a:r>
          </a:p>
        </p:txBody>
      </p:sp>
      <mc:AlternateContent xmlns:mc="http://schemas.openxmlformats.org/markup-compatibility/2006">
        <mc:Choice xmlns:a14="http://schemas.microsoft.com/office/drawing/2010/main" Requires="a14">
          <p:sp>
            <p:nvSpPr>
              <p:cNvPr id="6" name="Text Placeholder 5">
                <a:extLst>
                  <a:ext uri="{FF2B5EF4-FFF2-40B4-BE49-F238E27FC236}">
                    <a16:creationId xmlns:a16="http://schemas.microsoft.com/office/drawing/2014/main" id="{D171B24F-C9D4-304E-67A5-BF7F00399F44}"/>
                  </a:ext>
                </a:extLst>
              </p:cNvPr>
              <p:cNvSpPr>
                <a:spLocks noGrp="1"/>
              </p:cNvSpPr>
              <p:nvPr>
                <p:ph type="body" idx="1"/>
              </p:nvPr>
            </p:nvSpPr>
            <p:spPr>
              <a:xfrm>
                <a:off x="140192" y="694269"/>
                <a:ext cx="8863616" cy="1236131"/>
              </a:xfrm>
            </p:spPr>
            <p:txBody>
              <a:bodyPr numCol="2"/>
              <a:lstStyle/>
              <a:p>
                <a:r>
                  <a:rPr lang="en-US" sz="2000"/>
                  <a:t>Turn to </a:t>
                </a:r>
                <a14:m>
                  <m:oMath xmlns:m="http://schemas.openxmlformats.org/officeDocument/2006/math">
                    <m:r>
                      <a:rPr lang="en-US" sz="2000" b="0" i="1" smtClean="0">
                        <a:latin typeface="Cambria Math" panose="02040503050406030204" pitchFamily="18" charset="0"/>
                      </a:rPr>
                      <m:t>𝑡</m:t>
                    </m:r>
                  </m:oMath>
                </a14:m>
                <a:r>
                  <a:rPr lang="en-US" sz="2000"/>
                  <a:t>-testing: we test the differences in normalized emissions </a:t>
                </a:r>
                <a:r>
                  <a:rPr lang="en-US" sz="2000" i="1"/>
                  <a:t>per year</a:t>
                </a:r>
                <a:br>
                  <a:rPr lang="en-US" sz="2000"/>
                </a:br>
                <a:br>
                  <a:rPr lang="en-US" sz="2000"/>
                </a:br>
                <a:endParaRPr lang="en-US" sz="2000"/>
              </a:p>
              <a:p>
                <a:r>
                  <a:rPr lang="en-US" sz="2000"/>
                  <a:t>Years with </a:t>
                </a:r>
                <a14:m>
                  <m:oMath xmlns:m="http://schemas.openxmlformats.org/officeDocument/2006/math">
                    <m:r>
                      <a:rPr lang="en-US" sz="2000" b="0" i="1" smtClean="0">
                        <a:latin typeface="Cambria Math" panose="02040503050406030204" pitchFamily="18" charset="0"/>
                      </a:rPr>
                      <m:t>𝑝</m:t>
                    </m:r>
                  </m:oMath>
                </a14:m>
                <a:r>
                  <a:rPr lang="en-US" sz="2000"/>
                  <a:t>-values &lt; 0.05 indicate years when the difference was significantly greater than 0</a:t>
                </a:r>
                <a:br>
                  <a:rPr lang="en-US" sz="2000"/>
                </a:br>
                <a:endParaRPr lang="en-US" sz="2000"/>
              </a:p>
              <a:p>
                <a:endParaRPr lang="en-US" sz="2000"/>
              </a:p>
            </p:txBody>
          </p:sp>
        </mc:Choice>
        <mc:Fallback>
          <p:sp>
            <p:nvSpPr>
              <p:cNvPr id="6" name="Text Placeholder 5">
                <a:extLst>
                  <a:ext uri="{FF2B5EF4-FFF2-40B4-BE49-F238E27FC236}">
                    <a16:creationId xmlns:a16="http://schemas.microsoft.com/office/drawing/2014/main" id="{D171B24F-C9D4-304E-67A5-BF7F00399F44}"/>
                  </a:ext>
                </a:extLst>
              </p:cNvPr>
              <p:cNvSpPr>
                <a:spLocks noGrp="1" noRot="1" noChangeAspect="1" noMove="1" noResize="1" noEditPoints="1" noAdjustHandles="1" noChangeArrowheads="1" noChangeShapeType="1" noTextEdit="1"/>
              </p:cNvSpPr>
              <p:nvPr>
                <p:ph type="body" idx="1"/>
              </p:nvPr>
            </p:nvSpPr>
            <p:spPr>
              <a:xfrm>
                <a:off x="140192" y="694269"/>
                <a:ext cx="8863616" cy="1236131"/>
              </a:xfrm>
              <a:blipFill>
                <a:blip r:embed="rId3"/>
                <a:stretch>
                  <a:fillRect r="-1100" b="-1970"/>
                </a:stretch>
              </a:blipFill>
            </p:spPr>
            <p:txBody>
              <a:bodyPr/>
              <a:lstStyle/>
              <a:p>
                <a:r>
                  <a:rPr lang="en-US">
                    <a:noFill/>
                  </a:rPr>
                  <a:t> </a:t>
                </a:r>
              </a:p>
            </p:txBody>
          </p:sp>
        </mc:Fallback>
      </mc:AlternateContent>
      <p:sp>
        <p:nvSpPr>
          <p:cNvPr id="3" name="Rectangle 1">
            <a:extLst>
              <a:ext uri="{FF2B5EF4-FFF2-40B4-BE49-F238E27FC236}">
                <a16:creationId xmlns:a16="http://schemas.microsoft.com/office/drawing/2014/main" id="{5A5AC257-AAD1-82FE-A306-CF201B85F599}"/>
              </a:ext>
            </a:extLst>
          </p:cNvPr>
          <p:cNvSpPr>
            <a:spLocks noChangeArrowheads="1"/>
          </p:cNvSpPr>
          <p:nvPr/>
        </p:nvSpPr>
        <p:spPr bwMode="auto">
          <a:xfrm>
            <a:off x="3679825" y="1473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C45B0BD5-2D83-33F9-A36D-D36358D143F5}"/>
              </a:ext>
            </a:extLst>
          </p:cNvPr>
          <p:cNvGraphicFramePr>
            <a:graphicFrameLocks noGrp="1"/>
          </p:cNvGraphicFramePr>
          <p:nvPr>
            <p:extLst>
              <p:ext uri="{D42A27DB-BD31-4B8C-83A1-F6EECF244321}">
                <p14:modId xmlns:p14="http://schemas.microsoft.com/office/powerpoint/2010/main" val="1141096793"/>
              </p:ext>
            </p:extLst>
          </p:nvPr>
        </p:nvGraphicFramePr>
        <p:xfrm>
          <a:off x="237074" y="2072640"/>
          <a:ext cx="3895478" cy="2133600"/>
        </p:xfrm>
        <a:graphic>
          <a:graphicData uri="http://schemas.openxmlformats.org/drawingml/2006/table">
            <a:tbl>
              <a:tblPr/>
              <a:tblGrid>
                <a:gridCol w="549363">
                  <a:extLst>
                    <a:ext uri="{9D8B030D-6E8A-4147-A177-3AD203B41FA5}">
                      <a16:colId xmlns:a16="http://schemas.microsoft.com/office/drawing/2014/main" val="2140812620"/>
                    </a:ext>
                  </a:extLst>
                </a:gridCol>
                <a:gridCol w="1398377">
                  <a:extLst>
                    <a:ext uri="{9D8B030D-6E8A-4147-A177-3AD203B41FA5}">
                      <a16:colId xmlns:a16="http://schemas.microsoft.com/office/drawing/2014/main" val="629597424"/>
                    </a:ext>
                  </a:extLst>
                </a:gridCol>
                <a:gridCol w="849014">
                  <a:extLst>
                    <a:ext uri="{9D8B030D-6E8A-4147-A177-3AD203B41FA5}">
                      <a16:colId xmlns:a16="http://schemas.microsoft.com/office/drawing/2014/main" val="574489999"/>
                    </a:ext>
                  </a:extLst>
                </a:gridCol>
                <a:gridCol w="732482">
                  <a:extLst>
                    <a:ext uri="{9D8B030D-6E8A-4147-A177-3AD203B41FA5}">
                      <a16:colId xmlns:a16="http://schemas.microsoft.com/office/drawing/2014/main" val="237609282"/>
                    </a:ext>
                  </a:extLst>
                </a:gridCol>
                <a:gridCol w="366242">
                  <a:extLst>
                    <a:ext uri="{9D8B030D-6E8A-4147-A177-3AD203B41FA5}">
                      <a16:colId xmlns:a16="http://schemas.microsoft.com/office/drawing/2014/main" val="3324875079"/>
                    </a:ext>
                  </a:extLst>
                </a:gridCol>
              </a:tblGrid>
              <a:tr h="283780">
                <a:tc gridSpan="5">
                  <a:txBody>
                    <a:bodyPr/>
                    <a:lstStyle/>
                    <a:p>
                      <a:pPr rtl="0" fontAlgn="b">
                        <a:buNone/>
                      </a:pPr>
                      <a:r>
                        <a:rPr lang="en-US" sz="1100" b="0" i="0" u="none" strike="noStrike">
                          <a:solidFill>
                            <a:srgbClr val="000000"/>
                          </a:solidFill>
                          <a:effectLst/>
                          <a:latin typeface="Times New Roman" panose="02020603050405020304" pitchFamily="18" charset="0"/>
                        </a:rPr>
                        <a:t>t-tests of the difference between normalized road and rail emissions, selected years</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24848708"/>
                  </a:ext>
                </a:extLst>
              </a:tr>
              <a:tr h="200025">
                <a:tc>
                  <a:txBody>
                    <a:bodyPr/>
                    <a:lstStyle/>
                    <a:p>
                      <a:pPr rtl="0" fontAlgn="b">
                        <a:buNone/>
                      </a:pPr>
                      <a:r>
                        <a:rPr lang="en-US" sz="1100" b="0" i="0" u="none" strike="noStrike">
                          <a:solidFill>
                            <a:srgbClr val="FFFFFF"/>
                          </a:solidFill>
                          <a:effectLst/>
                          <a:latin typeface="Times New Roman" panose="02020603050405020304" pitchFamily="18" charset="0"/>
                        </a:rPr>
                        <a:t>Year</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panose="02020603050405020304" pitchFamily="18" charset="0"/>
                        </a:rPr>
                        <a:t>Mean Difference</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panose="02020603050405020304" pitchFamily="18" charset="0"/>
                        </a:rPr>
                        <a:t>t-statistic</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panose="02020603050405020304" pitchFamily="18" charset="0"/>
                        </a:rPr>
                        <a:t>p-value</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panose="02020603050405020304" pitchFamily="18" charset="0"/>
                        </a:rPr>
                        <a:t>n</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extLst>
                  <a:ext uri="{0D108BD9-81ED-4DB2-BD59-A6C34878D82A}">
                    <a16:rowId xmlns:a16="http://schemas.microsoft.com/office/drawing/2014/main" val="800969524"/>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2008</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75.2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0.886</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0.198</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11</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78491275"/>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2009</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162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1.56</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0.0737</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64588082"/>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2010</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161</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1.58</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0.0712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0169929"/>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2013</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99.6</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1.9</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highlight>
                            <a:srgbClr val="FFFF00"/>
                          </a:highlight>
                          <a:latin typeface="Times New Roman" panose="02020603050405020304" pitchFamily="18" charset="0"/>
                        </a:rPr>
                        <a:t>0.0421</a:t>
                      </a:r>
                      <a:endParaRPr lang="en-US" sz="2400">
                        <a:effectLst/>
                        <a:highlight>
                          <a:srgbClr val="FFFF00"/>
                        </a:highligh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76078852"/>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2017</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89.5</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1.53</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0.0823</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9</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43424137"/>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2020</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140</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14.3</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highlight>
                            <a:srgbClr val="FFFF00"/>
                          </a:highlight>
                          <a:latin typeface="Times New Roman" panose="02020603050405020304" pitchFamily="18" charset="0"/>
                        </a:rPr>
                        <a:t>0.00000365</a:t>
                      </a:r>
                      <a:endParaRPr lang="en-US" sz="2400">
                        <a:effectLst/>
                        <a:highlight>
                          <a:srgbClr val="FFFF00"/>
                        </a:highligh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7</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11389504"/>
                  </a:ext>
                </a:extLst>
              </a:tr>
              <a:tr h="200025">
                <a:tc>
                  <a:txBody>
                    <a:bodyPr/>
                    <a:lstStyle/>
                    <a:p>
                      <a:pPr rtl="0" fontAlgn="b">
                        <a:buNone/>
                      </a:pPr>
                      <a:r>
                        <a:rPr lang="en-US" sz="1100" b="0" i="0" u="none" strike="noStrike">
                          <a:solidFill>
                            <a:srgbClr val="000000"/>
                          </a:solidFill>
                          <a:effectLst/>
                          <a:latin typeface="Times New Roman" panose="02020603050405020304" pitchFamily="18" charset="0"/>
                        </a:rPr>
                        <a:t>2023</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510</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2.15</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highlight>
                            <a:srgbClr val="FFFF00"/>
                          </a:highlight>
                          <a:latin typeface="Times New Roman" panose="02020603050405020304" pitchFamily="18" charset="0"/>
                        </a:rPr>
                        <a:t>0.0341</a:t>
                      </a:r>
                      <a:endParaRPr lang="en-US" sz="2400">
                        <a:effectLst/>
                        <a:highlight>
                          <a:srgbClr val="FFFF00"/>
                        </a:highligh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8</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56048877"/>
                  </a:ext>
                </a:extLst>
              </a:tr>
            </a:tbl>
          </a:graphicData>
        </a:graphic>
      </p:graphicFrame>
      <p:sp>
        <p:nvSpPr>
          <p:cNvPr id="7" name="Rectangle 2">
            <a:extLst>
              <a:ext uri="{FF2B5EF4-FFF2-40B4-BE49-F238E27FC236}">
                <a16:creationId xmlns:a16="http://schemas.microsoft.com/office/drawing/2014/main" id="{EA0257A7-F076-E81B-C471-72F8031CEB2D}"/>
              </a:ext>
            </a:extLst>
          </p:cNvPr>
          <p:cNvSpPr>
            <a:spLocks noChangeArrowheads="1"/>
          </p:cNvSpPr>
          <p:nvPr/>
        </p:nvSpPr>
        <p:spPr bwMode="auto">
          <a:xfrm>
            <a:off x="5305425" y="465667"/>
            <a:ext cx="183290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2" name="Table 11">
            <a:extLst>
              <a:ext uri="{FF2B5EF4-FFF2-40B4-BE49-F238E27FC236}">
                <a16:creationId xmlns:a16="http://schemas.microsoft.com/office/drawing/2014/main" id="{82D71E4A-858F-44B0-B84B-78C55680F063}"/>
              </a:ext>
            </a:extLst>
          </p:cNvPr>
          <p:cNvGraphicFramePr>
            <a:graphicFrameLocks noGrp="1"/>
          </p:cNvGraphicFramePr>
          <p:nvPr>
            <p:extLst>
              <p:ext uri="{D42A27DB-BD31-4B8C-83A1-F6EECF244321}">
                <p14:modId xmlns:p14="http://schemas.microsoft.com/office/powerpoint/2010/main" val="3591311315"/>
              </p:ext>
            </p:extLst>
          </p:nvPr>
        </p:nvGraphicFramePr>
        <p:xfrm>
          <a:off x="4492870" y="2072640"/>
          <a:ext cx="4334926" cy="2135048"/>
        </p:xfrm>
        <a:graphic>
          <a:graphicData uri="http://schemas.openxmlformats.org/drawingml/2006/table">
            <a:tbl>
              <a:tblPr/>
              <a:tblGrid>
                <a:gridCol w="658469">
                  <a:extLst>
                    <a:ext uri="{9D8B030D-6E8A-4147-A177-3AD203B41FA5}">
                      <a16:colId xmlns:a16="http://schemas.microsoft.com/office/drawing/2014/main" val="4016967826"/>
                    </a:ext>
                  </a:extLst>
                </a:gridCol>
                <a:gridCol w="1591302">
                  <a:extLst>
                    <a:ext uri="{9D8B030D-6E8A-4147-A177-3AD203B41FA5}">
                      <a16:colId xmlns:a16="http://schemas.microsoft.com/office/drawing/2014/main" val="940256027"/>
                    </a:ext>
                  </a:extLst>
                </a:gridCol>
                <a:gridCol w="914541">
                  <a:extLst>
                    <a:ext uri="{9D8B030D-6E8A-4147-A177-3AD203B41FA5}">
                      <a16:colId xmlns:a16="http://schemas.microsoft.com/office/drawing/2014/main" val="3947008858"/>
                    </a:ext>
                  </a:extLst>
                </a:gridCol>
                <a:gridCol w="713343">
                  <a:extLst>
                    <a:ext uri="{9D8B030D-6E8A-4147-A177-3AD203B41FA5}">
                      <a16:colId xmlns:a16="http://schemas.microsoft.com/office/drawing/2014/main" val="523382220"/>
                    </a:ext>
                  </a:extLst>
                </a:gridCol>
                <a:gridCol w="457271">
                  <a:extLst>
                    <a:ext uri="{9D8B030D-6E8A-4147-A177-3AD203B41FA5}">
                      <a16:colId xmlns:a16="http://schemas.microsoft.com/office/drawing/2014/main" val="700243606"/>
                    </a:ext>
                  </a:extLst>
                </a:gridCol>
              </a:tblGrid>
              <a:tr h="384629">
                <a:tc gridSpan="5">
                  <a:txBody>
                    <a:bodyPr/>
                    <a:lstStyle/>
                    <a:p>
                      <a:pPr rtl="0" fontAlgn="b">
                        <a:buNone/>
                      </a:pPr>
                      <a:r>
                        <a:rPr lang="en-US" sz="1100" b="0" i="0" u="none" strike="noStrike">
                          <a:solidFill>
                            <a:srgbClr val="000000"/>
                          </a:solidFill>
                          <a:effectLst/>
                          <a:latin typeface="Times New Roman" panose="02020603050405020304" pitchFamily="18" charset="0"/>
                        </a:rPr>
                        <a:t>t-tests of the difference between normalized air and rail emissions, selected years</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1402170"/>
                  </a:ext>
                </a:extLst>
              </a:tr>
              <a:tr h="218621">
                <a:tc>
                  <a:txBody>
                    <a:bodyPr/>
                    <a:lstStyle/>
                    <a:p>
                      <a:pPr rtl="0" fontAlgn="b">
                        <a:buNone/>
                      </a:pPr>
                      <a:r>
                        <a:rPr lang="en-US" sz="1100" b="0" i="0" u="none" strike="noStrike">
                          <a:solidFill>
                            <a:srgbClr val="FFFFFF"/>
                          </a:solidFill>
                          <a:effectLst/>
                          <a:latin typeface="Times New Roman"/>
                        </a:rPr>
                        <a:t>Year</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a:rPr>
                        <a:t>Mean Difference</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a:rPr>
                        <a:t>t-statistic</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a:rPr>
                        <a:t>p-value</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tc>
                  <a:txBody>
                    <a:bodyPr/>
                    <a:lstStyle/>
                    <a:p>
                      <a:pPr rtl="0" fontAlgn="b">
                        <a:buNone/>
                      </a:pPr>
                      <a:r>
                        <a:rPr lang="en-US" sz="1100" b="0" i="0" u="none" strike="noStrike">
                          <a:solidFill>
                            <a:srgbClr val="FFFFFF"/>
                          </a:solidFill>
                          <a:effectLst/>
                          <a:latin typeface="Times New Roman"/>
                        </a:rPr>
                        <a:t>n</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solidFill>
                      <a:schemeClr val="accent5"/>
                    </a:solidFill>
                  </a:tcPr>
                </a:tc>
                <a:extLst>
                  <a:ext uri="{0D108BD9-81ED-4DB2-BD59-A6C34878D82A}">
                    <a16:rowId xmlns:a16="http://schemas.microsoft.com/office/drawing/2014/main" val="2005069341"/>
                  </a:ext>
                </a:extLst>
              </a:tr>
              <a:tr h="218621">
                <a:tc>
                  <a:txBody>
                    <a:bodyPr/>
                    <a:lstStyle/>
                    <a:p>
                      <a:pPr rtl="0" fontAlgn="b">
                        <a:buNone/>
                      </a:pPr>
                      <a:r>
                        <a:rPr lang="en-US" sz="1100" b="0" i="0" u="none" strike="noStrike">
                          <a:solidFill>
                            <a:srgbClr val="000000"/>
                          </a:solidFill>
                          <a:effectLst/>
                          <a:latin typeface="Times New Roman"/>
                        </a:rPr>
                        <a:t>2008</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259</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0.103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25</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26589765"/>
                  </a:ext>
                </a:extLst>
              </a:tr>
              <a:tr h="218621">
                <a:tc>
                  <a:txBody>
                    <a:bodyPr/>
                    <a:lstStyle/>
                    <a:p>
                      <a:pPr rtl="0" fontAlgn="b">
                        <a:buNone/>
                      </a:pPr>
                      <a:r>
                        <a:rPr lang="en-US" sz="1100" b="0" i="0" u="none" strike="noStrike">
                          <a:solidFill>
                            <a:srgbClr val="000000"/>
                          </a:solidFill>
                          <a:effectLst/>
                          <a:latin typeface="Times New Roman"/>
                        </a:rPr>
                        <a:t>2009</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61.9</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1.22</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0.118</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24</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15757880"/>
                  </a:ext>
                </a:extLst>
              </a:tr>
              <a:tr h="218621">
                <a:tc>
                  <a:txBody>
                    <a:bodyPr/>
                    <a:lstStyle/>
                    <a:p>
                      <a:pPr rtl="0" fontAlgn="b">
                        <a:buNone/>
                      </a:pPr>
                      <a:r>
                        <a:rPr lang="en-US" sz="1100" b="0" i="0" u="none" strike="noStrike">
                          <a:solidFill>
                            <a:srgbClr val="000000"/>
                          </a:solidFill>
                          <a:effectLst/>
                          <a:latin typeface="Times New Roman"/>
                        </a:rPr>
                        <a:t>2010</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291</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1.42</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0.0842</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24</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62643431"/>
                  </a:ext>
                </a:extLst>
              </a:tr>
              <a:tr h="218621">
                <a:tc>
                  <a:txBody>
                    <a:bodyPr/>
                    <a:lstStyle/>
                    <a:p>
                      <a:pPr rtl="0" fontAlgn="b">
                        <a:buNone/>
                      </a:pPr>
                      <a:r>
                        <a:rPr lang="en-US" sz="1100" b="0" i="0" u="none" strike="noStrike">
                          <a:solidFill>
                            <a:srgbClr val="000000"/>
                          </a:solidFill>
                          <a:effectLst/>
                          <a:latin typeface="Times New Roman"/>
                        </a:rPr>
                        <a:t>2013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243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1.53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0.0703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24</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16283955"/>
                  </a:ext>
                </a:extLst>
              </a:tr>
              <a:tr h="218621">
                <a:tc>
                  <a:txBody>
                    <a:bodyPr/>
                    <a:lstStyle/>
                    <a:p>
                      <a:pPr rtl="0" fontAlgn="b">
                        <a:buNone/>
                      </a:pPr>
                      <a:r>
                        <a:rPr lang="en-US" sz="1100" b="0" i="0" u="none" strike="noStrike">
                          <a:solidFill>
                            <a:srgbClr val="000000"/>
                          </a:solidFill>
                          <a:effectLst/>
                          <a:latin typeface="Times New Roman"/>
                        </a:rPr>
                        <a:t>2017</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300</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1.56</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0.0671</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37705189"/>
                  </a:ext>
                </a:extLst>
              </a:tr>
              <a:tr h="218621">
                <a:tc>
                  <a:txBody>
                    <a:bodyPr/>
                    <a:lstStyle/>
                    <a:p>
                      <a:pPr rtl="0" fontAlgn="b">
                        <a:buNone/>
                      </a:pPr>
                      <a:r>
                        <a:rPr lang="en-US" sz="1100" b="0" i="0" u="none" strike="noStrike">
                          <a:solidFill>
                            <a:srgbClr val="000000"/>
                          </a:solidFill>
                          <a:effectLst/>
                          <a:latin typeface="Times New Roman"/>
                        </a:rPr>
                        <a:t>2020</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930</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0.105</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22</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24809899"/>
                  </a:ext>
                </a:extLst>
              </a:tr>
              <a:tr h="218621">
                <a:tc>
                  <a:txBody>
                    <a:bodyPr/>
                    <a:lstStyle/>
                    <a:p>
                      <a:pPr rtl="0" fontAlgn="b">
                        <a:buNone/>
                      </a:pPr>
                      <a:r>
                        <a:rPr lang="en-US" sz="1100" b="0" i="0" u="none" strike="noStrike">
                          <a:solidFill>
                            <a:srgbClr val="000000"/>
                          </a:solidFill>
                          <a:effectLst/>
                          <a:latin typeface="Times New Roman"/>
                        </a:rPr>
                        <a:t>2023</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336</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a:rPr>
                        <a:t>1.75</a:t>
                      </a:r>
                      <a:endParaRPr lang="en-US" sz="2400">
                        <a:effectLs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highlight>
                            <a:srgbClr val="FFFF00"/>
                          </a:highlight>
                          <a:latin typeface="Times New Roman"/>
                        </a:rPr>
                        <a:t>0.0471</a:t>
                      </a:r>
                      <a:endParaRPr lang="en-US" sz="2400">
                        <a:effectLst/>
                        <a:highlight>
                          <a:srgbClr val="FFFF00"/>
                        </a:highlight>
                        <a:latin typeface="Times New Roman"/>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tc>
                  <a:txBody>
                    <a:bodyPr/>
                    <a:lstStyle/>
                    <a:p>
                      <a:pPr rtl="0" fontAlgn="b">
                        <a:buNone/>
                      </a:pPr>
                      <a:r>
                        <a:rPr lang="en-US" sz="1100" b="0" i="0" u="none" strike="noStrike">
                          <a:solidFill>
                            <a:srgbClr val="000000"/>
                          </a:solidFill>
                          <a:effectLst/>
                          <a:latin typeface="Times New Roman" panose="02020603050405020304" pitchFamily="18" charset="0"/>
                        </a:rPr>
                        <a:t>22</a:t>
                      </a:r>
                      <a:endParaRPr lang="en-US" sz="2400">
                        <a:effectLst/>
                      </a:endParaRPr>
                    </a:p>
                  </a:txBody>
                  <a:tcPr marL="25400" marR="25400" marT="25400" marB="25400" anchor="b">
                    <a:lnL w="6922" cap="flat" cmpd="sng" algn="ctr">
                      <a:solidFill>
                        <a:srgbClr val="CCCCCC"/>
                      </a:solidFill>
                      <a:prstDash val="solid"/>
                      <a:round/>
                      <a:headEnd type="none" w="med" len="med"/>
                      <a:tailEnd type="none" w="med" len="med"/>
                    </a:lnL>
                    <a:lnR w="6922" cap="flat" cmpd="sng" algn="ctr">
                      <a:solidFill>
                        <a:srgbClr val="CCCCCC"/>
                      </a:solidFill>
                      <a:prstDash val="solid"/>
                      <a:round/>
                      <a:headEnd type="none" w="med" len="med"/>
                      <a:tailEnd type="none" w="med" len="med"/>
                    </a:lnR>
                    <a:lnT w="6922" cap="flat" cmpd="sng" algn="ctr">
                      <a:solidFill>
                        <a:srgbClr val="CCCCCC"/>
                      </a:solidFill>
                      <a:prstDash val="solid"/>
                      <a:round/>
                      <a:headEnd type="none" w="med" len="med"/>
                      <a:tailEnd type="none" w="med" len="med"/>
                    </a:lnT>
                    <a:lnB w="6922"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052502856"/>
                  </a:ext>
                </a:extLst>
              </a:tr>
            </a:tbl>
          </a:graphicData>
        </a:graphic>
      </p:graphicFrame>
      <p:sp>
        <p:nvSpPr>
          <p:cNvPr id="13" name="Rectangle 3">
            <a:extLst>
              <a:ext uri="{FF2B5EF4-FFF2-40B4-BE49-F238E27FC236}">
                <a16:creationId xmlns:a16="http://schemas.microsoft.com/office/drawing/2014/main" id="{030C5DF8-2035-486C-C7D8-46ECF347CB0F}"/>
              </a:ext>
            </a:extLst>
          </p:cNvPr>
          <p:cNvSpPr>
            <a:spLocks noChangeArrowheads="1"/>
          </p:cNvSpPr>
          <p:nvPr/>
        </p:nvSpPr>
        <p:spPr bwMode="auto">
          <a:xfrm>
            <a:off x="4809074" y="3009468"/>
            <a:ext cx="214576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73468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2B08D-5D4B-EC60-D49B-92F9DD28B0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E52D6C-F99F-29D5-9669-CEA9ADA09FFC}"/>
              </a:ext>
            </a:extLst>
          </p:cNvPr>
          <p:cNvSpPr>
            <a:spLocks noGrp="1"/>
          </p:cNvSpPr>
          <p:nvPr>
            <p:ph type="title"/>
          </p:nvPr>
        </p:nvSpPr>
        <p:spPr>
          <a:xfrm>
            <a:off x="720000" y="334125"/>
            <a:ext cx="7704000" cy="372119"/>
          </a:xfrm>
        </p:spPr>
        <p:txBody>
          <a:bodyPr/>
          <a:lstStyle/>
          <a:p>
            <a:pPr algn="l"/>
            <a:r>
              <a:rPr lang="en-US" sz="1600"/>
              <a:t>Emissions: Initial Considerations and EDA</a:t>
            </a:r>
          </a:p>
        </p:txBody>
      </p:sp>
      <p:sp>
        <p:nvSpPr>
          <p:cNvPr id="6" name="Text Placeholder 5">
            <a:extLst>
              <a:ext uri="{FF2B5EF4-FFF2-40B4-BE49-F238E27FC236}">
                <a16:creationId xmlns:a16="http://schemas.microsoft.com/office/drawing/2014/main" id="{9A4A2EE6-2236-ECCA-B3C9-D7C1C41FF97D}"/>
              </a:ext>
            </a:extLst>
          </p:cNvPr>
          <p:cNvSpPr>
            <a:spLocks noGrp="1"/>
          </p:cNvSpPr>
          <p:nvPr>
            <p:ph type="body" idx="1"/>
          </p:nvPr>
        </p:nvSpPr>
        <p:spPr>
          <a:xfrm>
            <a:off x="720000" y="706244"/>
            <a:ext cx="3852000" cy="3862631"/>
          </a:xfrm>
        </p:spPr>
        <p:txBody>
          <a:bodyPr/>
          <a:lstStyle/>
          <a:p>
            <a:r>
              <a:rPr lang="en-US" sz="2000"/>
              <a:t>Why are differences not significant?</a:t>
            </a:r>
          </a:p>
          <a:p>
            <a:pPr lvl="1"/>
            <a:r>
              <a:rPr lang="en-US" sz="2000"/>
              <a:t>Countries like Lithuania, Estonia, and Croatia consistently give negative difference for one or both differences</a:t>
            </a:r>
          </a:p>
          <a:p>
            <a:pPr lvl="1"/>
            <a:r>
              <a:rPr lang="en-US" sz="2000"/>
              <a:t>These countries have lower rail utilization</a:t>
            </a:r>
          </a:p>
          <a:p>
            <a:pPr lvl="1"/>
            <a:r>
              <a:rPr lang="en-US" sz="2000"/>
              <a:t>Economic development potentially a factor</a:t>
            </a:r>
          </a:p>
        </p:txBody>
      </p:sp>
      <p:pic>
        <p:nvPicPr>
          <p:cNvPr id="1028" name="Picture 4">
            <a:extLst>
              <a:ext uri="{FF2B5EF4-FFF2-40B4-BE49-F238E27FC236}">
                <a16:creationId xmlns:a16="http://schemas.microsoft.com/office/drawing/2014/main" id="{D637FC0C-E6F3-9F96-ACAE-2EE4FA731F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1074693"/>
            <a:ext cx="3420200" cy="299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783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DD99-C87C-DC51-695F-3B872A1832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158A62-600E-06BF-AEB2-0FC2714C375E}"/>
              </a:ext>
            </a:extLst>
          </p:cNvPr>
          <p:cNvSpPr>
            <a:spLocks noGrp="1"/>
          </p:cNvSpPr>
          <p:nvPr>
            <p:ph type="title"/>
          </p:nvPr>
        </p:nvSpPr>
        <p:spPr>
          <a:xfrm>
            <a:off x="720000" y="334125"/>
            <a:ext cx="7704000" cy="372119"/>
          </a:xfrm>
        </p:spPr>
        <p:txBody>
          <a:bodyPr/>
          <a:lstStyle/>
          <a:p>
            <a:pPr algn="l"/>
            <a:r>
              <a:rPr lang="en-US" sz="1600"/>
              <a:t>Emissions: Modeling</a:t>
            </a:r>
          </a:p>
        </p:txBody>
      </p:sp>
      <p:sp>
        <p:nvSpPr>
          <p:cNvPr id="6" name="Text Placeholder 5">
            <a:extLst>
              <a:ext uri="{FF2B5EF4-FFF2-40B4-BE49-F238E27FC236}">
                <a16:creationId xmlns:a16="http://schemas.microsoft.com/office/drawing/2014/main" id="{523FB617-F41E-DF90-11A5-0131C7F39D8E}"/>
              </a:ext>
            </a:extLst>
          </p:cNvPr>
          <p:cNvSpPr>
            <a:spLocks noGrp="1"/>
          </p:cNvSpPr>
          <p:nvPr>
            <p:ph type="body" idx="1"/>
          </p:nvPr>
        </p:nvSpPr>
        <p:spPr>
          <a:xfrm>
            <a:off x="720000" y="706244"/>
            <a:ext cx="3852000" cy="3862631"/>
          </a:xfrm>
        </p:spPr>
        <p:txBody>
          <a:bodyPr/>
          <a:lstStyle/>
          <a:p>
            <a:r>
              <a:rPr lang="en-US" sz="2000"/>
              <a:t>We start with fitting linear models of both differences year-by-year</a:t>
            </a:r>
          </a:p>
          <a:p>
            <a:r>
              <a:rPr lang="en-US" sz="2000"/>
              <a:t>Predictors: GDP per capita, urbanization rate, share of renewable energy</a:t>
            </a:r>
          </a:p>
          <a:p>
            <a:r>
              <a:rPr lang="en-US" sz="2000"/>
              <a:t>Hardly any significant, even after simplifying to one predictor, GDP per capita</a:t>
            </a:r>
          </a:p>
        </p:txBody>
      </p:sp>
      <p:graphicFrame>
        <p:nvGraphicFramePr>
          <p:cNvPr id="4" name="Table 3">
            <a:extLst>
              <a:ext uri="{FF2B5EF4-FFF2-40B4-BE49-F238E27FC236}">
                <a16:creationId xmlns:a16="http://schemas.microsoft.com/office/drawing/2014/main" id="{8C6E1741-3223-FDA6-463F-0C6332D9F5C6}"/>
              </a:ext>
            </a:extLst>
          </p:cNvPr>
          <p:cNvGraphicFramePr>
            <a:graphicFrameLocks noGrp="1"/>
          </p:cNvGraphicFramePr>
          <p:nvPr>
            <p:extLst>
              <p:ext uri="{D42A27DB-BD31-4B8C-83A1-F6EECF244321}">
                <p14:modId xmlns:p14="http://schemas.microsoft.com/office/powerpoint/2010/main" val="3103526943"/>
              </p:ext>
            </p:extLst>
          </p:nvPr>
        </p:nvGraphicFramePr>
        <p:xfrm>
          <a:off x="5024119" y="520184"/>
          <a:ext cx="3340948" cy="1661666"/>
        </p:xfrm>
        <a:graphic>
          <a:graphicData uri="http://schemas.openxmlformats.org/drawingml/2006/table">
            <a:tbl>
              <a:tblPr/>
              <a:tblGrid>
                <a:gridCol w="1732806">
                  <a:extLst>
                    <a:ext uri="{9D8B030D-6E8A-4147-A177-3AD203B41FA5}">
                      <a16:colId xmlns:a16="http://schemas.microsoft.com/office/drawing/2014/main" val="115284652"/>
                    </a:ext>
                  </a:extLst>
                </a:gridCol>
                <a:gridCol w="897568">
                  <a:extLst>
                    <a:ext uri="{9D8B030D-6E8A-4147-A177-3AD203B41FA5}">
                      <a16:colId xmlns:a16="http://schemas.microsoft.com/office/drawing/2014/main" val="2358587997"/>
                    </a:ext>
                  </a:extLst>
                </a:gridCol>
                <a:gridCol w="710574">
                  <a:extLst>
                    <a:ext uri="{9D8B030D-6E8A-4147-A177-3AD203B41FA5}">
                      <a16:colId xmlns:a16="http://schemas.microsoft.com/office/drawing/2014/main" val="3630192895"/>
                    </a:ext>
                  </a:extLst>
                </a:gridCol>
              </a:tblGrid>
              <a:tr h="594499">
                <a:tc gridSpan="3">
                  <a:txBody>
                    <a:bodyPr/>
                    <a:lstStyle/>
                    <a:p>
                      <a:pPr rtl="0" fontAlgn="t">
                        <a:buNone/>
                      </a:pPr>
                      <a:r>
                        <a:rPr lang="en-US" sz="1200" b="0" i="0" u="none" strike="noStrike">
                          <a:solidFill>
                            <a:srgbClr val="000000"/>
                          </a:solidFill>
                          <a:effectLst/>
                          <a:latin typeface="Times New Roman" panose="02020603050405020304" pitchFamily="18" charset="0"/>
                        </a:rPr>
                        <a:t>Single factor (log(GDP per capita)) linear model for Road - Rail for the year 2013</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00179305"/>
                  </a:ext>
                </a:extLst>
              </a:tr>
              <a:tr h="300314">
                <a:tc>
                  <a:txBody>
                    <a:bodyPr/>
                    <a:lstStyle/>
                    <a:p>
                      <a:pPr rtl="0" fontAlgn="t">
                        <a:buNone/>
                      </a:pPr>
                      <a:r>
                        <a:rPr lang="en-US" sz="1200" b="0" i="0" u="none" strike="noStrike">
                          <a:solidFill>
                            <a:srgbClr val="FFFFFF"/>
                          </a:solidFill>
                          <a:effectLst/>
                          <a:latin typeface="Times New Roman" panose="02020603050405020304" pitchFamily="18" charset="0"/>
                        </a:rPr>
                        <a:t>Coefficient estimate</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tc>
                  <a:txBody>
                    <a:bodyPr/>
                    <a:lstStyle/>
                    <a:p>
                      <a:pPr rtl="0" fontAlgn="t">
                        <a:buNone/>
                      </a:pPr>
                      <a:r>
                        <a:rPr lang="en-US" sz="1200" b="0" i="0" u="none" strike="noStrike">
                          <a:solidFill>
                            <a:srgbClr val="FFFFFF"/>
                          </a:solidFill>
                          <a:effectLst/>
                          <a:latin typeface="Times New Roman" panose="02020603050405020304" pitchFamily="18" charset="0"/>
                        </a:rPr>
                        <a:t>Std. error</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tc>
                  <a:txBody>
                    <a:bodyPr/>
                    <a:lstStyle/>
                    <a:p>
                      <a:pPr rtl="0" fontAlgn="t">
                        <a:buNone/>
                      </a:pPr>
                      <a:r>
                        <a:rPr lang="en-US" sz="1200" b="0" i="0" u="none" strike="noStrike">
                          <a:solidFill>
                            <a:srgbClr val="FFFFFF"/>
                          </a:solidFill>
                          <a:effectLst/>
                          <a:latin typeface="Times New Roman" panose="02020603050405020304" pitchFamily="18" charset="0"/>
                        </a:rPr>
                        <a:t>p-value</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extLst>
                  <a:ext uri="{0D108BD9-81ED-4DB2-BD59-A6C34878D82A}">
                    <a16:rowId xmlns:a16="http://schemas.microsoft.com/office/drawing/2014/main" val="2679204965"/>
                  </a:ext>
                </a:extLst>
              </a:tr>
              <a:tr h="447407">
                <a:tc>
                  <a:txBody>
                    <a:bodyPr/>
                    <a:lstStyle/>
                    <a:p>
                      <a:pPr rtl="0" fontAlgn="t">
                        <a:buNone/>
                      </a:pPr>
                      <a:r>
                        <a:rPr lang="en-US" sz="1200" b="0" i="0" u="none" strike="noStrike">
                          <a:solidFill>
                            <a:srgbClr val="000000"/>
                          </a:solidFill>
                          <a:effectLst/>
                          <a:latin typeface="Times New Roman" panose="02020603050405020304" pitchFamily="18" charset="0"/>
                        </a:rPr>
                        <a:t>(Intercept) = -25.517224</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117.024252</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0.832</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52354790"/>
                  </a:ext>
                </a:extLst>
              </a:tr>
              <a:tr h="300314">
                <a:tc>
                  <a:txBody>
                    <a:bodyPr/>
                    <a:lstStyle/>
                    <a:p>
                      <a:pPr rtl="0" fontAlgn="t">
                        <a:buNone/>
                      </a:pPr>
                      <a:r>
                        <a:rPr lang="en-US" sz="1200" b="0" i="0" u="none" strike="noStrike">
                          <a:solidFill>
                            <a:srgbClr val="000000"/>
                          </a:solidFill>
                          <a:effectLst/>
                          <a:latin typeface="Times New Roman" panose="02020603050405020304" pitchFamily="18" charset="0"/>
                        </a:rPr>
                        <a:t>(GDP) = 0.004020</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1">
                        <a:lumMod val="40000"/>
                        <a:lumOff val="60000"/>
                      </a:schemeClr>
                    </a:solidFill>
                  </a:tcPr>
                </a:tc>
                <a:tc>
                  <a:txBody>
                    <a:bodyPr/>
                    <a:lstStyle/>
                    <a:p>
                      <a:pPr rtl="0" fontAlgn="t">
                        <a:buNone/>
                      </a:pPr>
                      <a:r>
                        <a:rPr lang="en-US" sz="1200" b="0" i="0" u="none" strike="noStrike">
                          <a:solidFill>
                            <a:srgbClr val="000000"/>
                          </a:solidFill>
                          <a:effectLst/>
                          <a:latin typeface="Times New Roman" panose="02020603050405020304" pitchFamily="18" charset="0"/>
                        </a:rPr>
                        <a:t>0.003377</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0.261</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2308500794"/>
                  </a:ext>
                </a:extLst>
              </a:tr>
            </a:tbl>
          </a:graphicData>
        </a:graphic>
      </p:graphicFrame>
      <p:sp>
        <p:nvSpPr>
          <p:cNvPr id="7" name="Rectangle 2">
            <a:extLst>
              <a:ext uri="{FF2B5EF4-FFF2-40B4-BE49-F238E27FC236}">
                <a16:creationId xmlns:a16="http://schemas.microsoft.com/office/drawing/2014/main" id="{C51A3D2D-30E6-F4DC-AF1C-408884535E8C}"/>
              </a:ext>
            </a:extLst>
          </p:cNvPr>
          <p:cNvSpPr>
            <a:spLocks noChangeArrowheads="1"/>
          </p:cNvSpPr>
          <p:nvPr/>
        </p:nvSpPr>
        <p:spPr bwMode="auto">
          <a:xfrm>
            <a:off x="3551238" y="21796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Table 7">
            <a:extLst>
              <a:ext uri="{FF2B5EF4-FFF2-40B4-BE49-F238E27FC236}">
                <a16:creationId xmlns:a16="http://schemas.microsoft.com/office/drawing/2014/main" id="{BD5F4492-5CFF-830C-8A17-E09EF7ECA8DF}"/>
              </a:ext>
            </a:extLst>
          </p:cNvPr>
          <p:cNvGraphicFramePr>
            <a:graphicFrameLocks noGrp="1"/>
          </p:cNvGraphicFramePr>
          <p:nvPr>
            <p:extLst>
              <p:ext uri="{D42A27DB-BD31-4B8C-83A1-F6EECF244321}">
                <p14:modId xmlns:p14="http://schemas.microsoft.com/office/powerpoint/2010/main" val="2248786335"/>
              </p:ext>
            </p:extLst>
          </p:nvPr>
        </p:nvGraphicFramePr>
        <p:xfrm>
          <a:off x="5024119" y="2636838"/>
          <a:ext cx="3340946" cy="1670084"/>
        </p:xfrm>
        <a:graphic>
          <a:graphicData uri="http://schemas.openxmlformats.org/drawingml/2006/table">
            <a:tbl>
              <a:tblPr/>
              <a:tblGrid>
                <a:gridCol w="1732804">
                  <a:extLst>
                    <a:ext uri="{9D8B030D-6E8A-4147-A177-3AD203B41FA5}">
                      <a16:colId xmlns:a16="http://schemas.microsoft.com/office/drawing/2014/main" val="237980377"/>
                    </a:ext>
                  </a:extLst>
                </a:gridCol>
                <a:gridCol w="897567">
                  <a:extLst>
                    <a:ext uri="{9D8B030D-6E8A-4147-A177-3AD203B41FA5}">
                      <a16:colId xmlns:a16="http://schemas.microsoft.com/office/drawing/2014/main" val="54172002"/>
                    </a:ext>
                  </a:extLst>
                </a:gridCol>
                <a:gridCol w="710575">
                  <a:extLst>
                    <a:ext uri="{9D8B030D-6E8A-4147-A177-3AD203B41FA5}">
                      <a16:colId xmlns:a16="http://schemas.microsoft.com/office/drawing/2014/main" val="2485383800"/>
                    </a:ext>
                  </a:extLst>
                </a:gridCol>
              </a:tblGrid>
              <a:tr h="542962">
                <a:tc gridSpan="3">
                  <a:txBody>
                    <a:bodyPr/>
                    <a:lstStyle/>
                    <a:p>
                      <a:pPr rtl="0" fontAlgn="t">
                        <a:buNone/>
                      </a:pPr>
                      <a:r>
                        <a:rPr lang="en-US" sz="1200" b="0" i="0" u="none" strike="noStrike">
                          <a:solidFill>
                            <a:srgbClr val="000000"/>
                          </a:solidFill>
                          <a:effectLst/>
                          <a:latin typeface="Times New Roman" panose="02020603050405020304" pitchFamily="18" charset="0"/>
                        </a:rPr>
                        <a:t>Table 1.4: Summary of single factor (GDP per capita) linear model for Air- Rail for the year 2023</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76675177"/>
                  </a:ext>
                </a:extLst>
              </a:tr>
              <a:tr h="274280">
                <a:tc>
                  <a:txBody>
                    <a:bodyPr/>
                    <a:lstStyle/>
                    <a:p>
                      <a:pPr rtl="0" fontAlgn="t">
                        <a:buNone/>
                      </a:pPr>
                      <a:r>
                        <a:rPr lang="en-US" sz="1200" b="0" i="0" u="none" strike="noStrike">
                          <a:solidFill>
                            <a:srgbClr val="FFFFFF"/>
                          </a:solidFill>
                          <a:effectLst/>
                          <a:latin typeface="Times New Roman" panose="02020603050405020304" pitchFamily="18" charset="0"/>
                        </a:rPr>
                        <a:t>Coefficient estimate</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tc>
                  <a:txBody>
                    <a:bodyPr/>
                    <a:lstStyle/>
                    <a:p>
                      <a:pPr rtl="0" fontAlgn="t">
                        <a:buNone/>
                      </a:pPr>
                      <a:r>
                        <a:rPr lang="en-US" sz="1200" b="0" i="0" u="none" strike="noStrike">
                          <a:solidFill>
                            <a:srgbClr val="FFFFFF"/>
                          </a:solidFill>
                          <a:effectLst/>
                          <a:latin typeface="Times New Roman" panose="02020603050405020304" pitchFamily="18" charset="0"/>
                        </a:rPr>
                        <a:t>Std. error</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tc>
                  <a:txBody>
                    <a:bodyPr/>
                    <a:lstStyle/>
                    <a:p>
                      <a:pPr rtl="0" fontAlgn="t">
                        <a:buNone/>
                      </a:pPr>
                      <a:r>
                        <a:rPr lang="en-US" sz="1200" b="0" i="0" u="none" strike="noStrike">
                          <a:solidFill>
                            <a:srgbClr val="FFFFFF"/>
                          </a:solidFill>
                          <a:effectLst/>
                          <a:latin typeface="Times New Roman" panose="02020603050405020304" pitchFamily="18" charset="0"/>
                        </a:rPr>
                        <a:t>p-value</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5"/>
                    </a:solidFill>
                  </a:tcPr>
                </a:tc>
                <a:extLst>
                  <a:ext uri="{0D108BD9-81ED-4DB2-BD59-A6C34878D82A}">
                    <a16:rowId xmlns:a16="http://schemas.microsoft.com/office/drawing/2014/main" val="1175936095"/>
                  </a:ext>
                </a:extLst>
              </a:tr>
              <a:tr h="408621">
                <a:tc>
                  <a:txBody>
                    <a:bodyPr/>
                    <a:lstStyle/>
                    <a:p>
                      <a:pPr rtl="0" fontAlgn="t">
                        <a:buNone/>
                      </a:pPr>
                      <a:r>
                        <a:rPr lang="en-US" sz="1200" b="0" i="0" u="none" strike="noStrike">
                          <a:solidFill>
                            <a:srgbClr val="000000"/>
                          </a:solidFill>
                          <a:effectLst/>
                          <a:latin typeface="Times New Roman" panose="02020603050405020304" pitchFamily="18" charset="0"/>
                        </a:rPr>
                        <a:t>(Intercept) = -736.0</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215.6</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0.00275</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3753096570"/>
                  </a:ext>
                </a:extLst>
              </a:tr>
              <a:tr h="408621">
                <a:tc>
                  <a:txBody>
                    <a:bodyPr/>
                    <a:lstStyle/>
                    <a:p>
                      <a:pPr rtl="0" fontAlgn="t">
                        <a:buNone/>
                      </a:pPr>
                      <a:r>
                        <a:rPr lang="en-US" sz="1200" b="0" i="0" u="none" strike="noStrike">
                          <a:solidFill>
                            <a:srgbClr val="000000"/>
                          </a:solidFill>
                          <a:effectLst/>
                          <a:latin typeface="Times New Roman" panose="02020603050405020304" pitchFamily="18" charset="0"/>
                        </a:rPr>
                        <a:t>(GDP) = 0.02982</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solidFill>
                      <a:schemeClr val="accent1">
                        <a:lumMod val="40000"/>
                        <a:lumOff val="60000"/>
                      </a:schemeClr>
                    </a:solidFill>
                  </a:tcPr>
                </a:tc>
                <a:tc>
                  <a:txBody>
                    <a:bodyPr/>
                    <a:lstStyle/>
                    <a:p>
                      <a:pPr rtl="0" fontAlgn="t">
                        <a:buNone/>
                      </a:pPr>
                      <a:r>
                        <a:rPr lang="en-US" sz="1200" b="0" i="0" u="none" strike="noStrike">
                          <a:solidFill>
                            <a:srgbClr val="000000"/>
                          </a:solidFill>
                          <a:effectLst/>
                          <a:latin typeface="Times New Roman" panose="02020603050405020304" pitchFamily="18" charset="0"/>
                        </a:rPr>
                        <a:t>0.005018</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tc>
                  <a:txBody>
                    <a:bodyPr/>
                    <a:lstStyle/>
                    <a:p>
                      <a:pPr rtl="0" fontAlgn="t">
                        <a:buNone/>
                      </a:pPr>
                      <a:r>
                        <a:rPr lang="en-US" sz="1200" b="0" i="0" u="none" strike="noStrike">
                          <a:solidFill>
                            <a:srgbClr val="000000"/>
                          </a:solidFill>
                          <a:effectLst/>
                          <a:latin typeface="Times New Roman" panose="02020603050405020304" pitchFamily="18" charset="0"/>
                        </a:rPr>
                        <a:t>8.21*10</a:t>
                      </a:r>
                      <a:r>
                        <a:rPr lang="en-US" sz="1200" b="0" i="0" u="none" strike="noStrike" baseline="30000">
                          <a:solidFill>
                            <a:srgbClr val="000000"/>
                          </a:solidFill>
                          <a:effectLst/>
                          <a:latin typeface="Times New Roman" panose="02020603050405020304" pitchFamily="18" charset="0"/>
                        </a:rPr>
                        <a:t>-6</a:t>
                      </a:r>
                      <a:endParaRPr lang="en-US" sz="2800">
                        <a:effectLst/>
                      </a:endParaRPr>
                    </a:p>
                  </a:txBody>
                  <a:tcPr marL="63500" marR="63500" marT="63500" marB="63500">
                    <a:lnL w="12700" cap="flat" cmpd="sng" algn="ctr">
                      <a:solidFill>
                        <a:srgbClr val="B7B7B7"/>
                      </a:solidFill>
                      <a:prstDash val="solid"/>
                      <a:round/>
                      <a:headEnd type="none" w="med" len="med"/>
                      <a:tailEnd type="none" w="med" len="med"/>
                    </a:lnL>
                    <a:lnR w="12700" cap="flat" cmpd="sng" algn="ctr">
                      <a:solidFill>
                        <a:srgbClr val="B7B7B7"/>
                      </a:solidFill>
                      <a:prstDash val="solid"/>
                      <a:round/>
                      <a:headEnd type="none" w="med" len="med"/>
                      <a:tailEnd type="none" w="med" len="med"/>
                    </a:lnR>
                    <a:lnT w="12700" cap="flat" cmpd="sng" algn="ctr">
                      <a:solidFill>
                        <a:srgbClr val="B7B7B7"/>
                      </a:solidFill>
                      <a:prstDash val="solid"/>
                      <a:round/>
                      <a:headEnd type="none" w="med" len="med"/>
                      <a:tailEnd type="none" w="med" len="med"/>
                    </a:lnT>
                    <a:lnB w="1270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2615796669"/>
                  </a:ext>
                </a:extLst>
              </a:tr>
            </a:tbl>
          </a:graphicData>
        </a:graphic>
      </p:graphicFrame>
      <p:sp>
        <p:nvSpPr>
          <p:cNvPr id="9" name="Rectangle 3">
            <a:extLst>
              <a:ext uri="{FF2B5EF4-FFF2-40B4-BE49-F238E27FC236}">
                <a16:creationId xmlns:a16="http://schemas.microsoft.com/office/drawing/2014/main" id="{4EDD5DEA-2F35-8B42-CE81-A3FBFE6391E7}"/>
              </a:ext>
            </a:extLst>
          </p:cNvPr>
          <p:cNvSpPr>
            <a:spLocks noChangeArrowheads="1"/>
          </p:cNvSpPr>
          <p:nvPr/>
        </p:nvSpPr>
        <p:spPr bwMode="auto">
          <a:xfrm>
            <a:off x="5024437" y="2368227"/>
            <a:ext cx="14959464" cy="644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702160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1643-9164-98D3-8677-CE45027743F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72A27B4-6C80-27B2-4AE8-2E57F1A989DA}"/>
              </a:ext>
            </a:extLst>
          </p:cNvPr>
          <p:cNvSpPr>
            <a:spLocks noGrp="1"/>
          </p:cNvSpPr>
          <p:nvPr>
            <p:ph type="title"/>
          </p:nvPr>
        </p:nvSpPr>
        <p:spPr>
          <a:xfrm>
            <a:off x="720000" y="334125"/>
            <a:ext cx="7704000" cy="372119"/>
          </a:xfrm>
        </p:spPr>
        <p:txBody>
          <a:bodyPr/>
          <a:lstStyle/>
          <a:p>
            <a:pPr algn="l"/>
            <a:r>
              <a:rPr lang="en-US" sz="1600"/>
              <a:t>Emissions: Modeling</a:t>
            </a:r>
          </a:p>
        </p:txBody>
      </p:sp>
      <p:sp>
        <p:nvSpPr>
          <p:cNvPr id="6" name="Text Placeholder 5">
            <a:extLst>
              <a:ext uri="{FF2B5EF4-FFF2-40B4-BE49-F238E27FC236}">
                <a16:creationId xmlns:a16="http://schemas.microsoft.com/office/drawing/2014/main" id="{4809418D-523C-3166-C217-94FCE9D877FF}"/>
              </a:ext>
            </a:extLst>
          </p:cNvPr>
          <p:cNvSpPr>
            <a:spLocks noGrp="1"/>
          </p:cNvSpPr>
          <p:nvPr>
            <p:ph type="body" idx="1"/>
          </p:nvPr>
        </p:nvSpPr>
        <p:spPr>
          <a:xfrm>
            <a:off x="720000" y="706244"/>
            <a:ext cx="7704000" cy="3862631"/>
          </a:xfrm>
        </p:spPr>
        <p:txBody>
          <a:bodyPr/>
          <a:lstStyle/>
          <a:p>
            <a:r>
              <a:rPr lang="en-US" sz="2000"/>
              <a:t>Random intercept model underwent several trials</a:t>
            </a:r>
          </a:p>
          <a:p>
            <a:pPr lvl="1"/>
            <a:r>
              <a:rPr lang="en-US" sz="2200"/>
              <a:t>Log transform emissions to stabilize variance</a:t>
            </a:r>
          </a:p>
          <a:p>
            <a:pPr lvl="1"/>
            <a:r>
              <a:rPr lang="en-US" sz="2200"/>
              <a:t>Removed Malta and Luxembourg from dataset (small countries &lt; 1,000 mi2)</a:t>
            </a:r>
          </a:p>
          <a:p>
            <a:pPr lvl="1"/>
            <a:r>
              <a:rPr lang="en-US" sz="2200"/>
              <a:t>Introduced new predictor land area; no significant effect</a:t>
            </a:r>
          </a:p>
          <a:p>
            <a:pPr lvl="1"/>
            <a:r>
              <a:rPr lang="en-US" sz="2200"/>
              <a:t>Centered GDP to address collinearity with intercept</a:t>
            </a:r>
          </a:p>
          <a:p>
            <a:pPr lvl="1"/>
            <a:endParaRPr lang="en-US" sz="2200"/>
          </a:p>
          <a:p>
            <a:pPr lvl="1"/>
            <a:endParaRPr lang="en-US" sz="2200"/>
          </a:p>
        </p:txBody>
      </p:sp>
      <p:sp>
        <p:nvSpPr>
          <p:cNvPr id="7" name="AutoShape 8">
            <a:extLst>
              <a:ext uri="{FF2B5EF4-FFF2-40B4-BE49-F238E27FC236}">
                <a16:creationId xmlns:a16="http://schemas.microsoft.com/office/drawing/2014/main" id="{86681C5F-13BE-A500-8ADE-AAE443147100}"/>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29489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5E89-27D5-14D7-B977-D2C13FA0EA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605764-BB23-6BA9-5E6A-FBD61C9BA58D}"/>
              </a:ext>
            </a:extLst>
          </p:cNvPr>
          <p:cNvSpPr>
            <a:spLocks noGrp="1"/>
          </p:cNvSpPr>
          <p:nvPr>
            <p:ph type="title"/>
          </p:nvPr>
        </p:nvSpPr>
        <p:spPr>
          <a:xfrm>
            <a:off x="720000" y="334125"/>
            <a:ext cx="7704000" cy="372119"/>
          </a:xfrm>
        </p:spPr>
        <p:txBody>
          <a:bodyPr/>
          <a:lstStyle/>
          <a:p>
            <a:pPr algn="l"/>
            <a:r>
              <a:rPr lang="en-US" sz="1600"/>
              <a:t>Emissions: Modeling</a:t>
            </a:r>
          </a:p>
        </p:txBody>
      </p:sp>
      <p:sp>
        <p:nvSpPr>
          <p:cNvPr id="7" name="AutoShape 8">
            <a:extLst>
              <a:ext uri="{FF2B5EF4-FFF2-40B4-BE49-F238E27FC236}">
                <a16:creationId xmlns:a16="http://schemas.microsoft.com/office/drawing/2014/main" id="{BDBB0883-EBBC-3BEB-0D66-82F911491D9E}"/>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a:extLst>
              <a:ext uri="{FF2B5EF4-FFF2-40B4-BE49-F238E27FC236}">
                <a16:creationId xmlns:a16="http://schemas.microsoft.com/office/drawing/2014/main" id="{6C0802A5-9D2E-E3D1-DC46-EFCBC723212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D0BABABD-E07F-9995-9A2A-D02A34CF2BF0}"/>
              </a:ext>
            </a:extLst>
          </p:cNvPr>
          <p:cNvPicPr>
            <a:picLocks noChangeAspect="1"/>
          </p:cNvPicPr>
          <p:nvPr/>
        </p:nvPicPr>
        <p:blipFill>
          <a:blip r:embed="rId3"/>
          <a:stretch>
            <a:fillRect/>
          </a:stretch>
        </p:blipFill>
        <p:spPr>
          <a:xfrm>
            <a:off x="720001" y="703330"/>
            <a:ext cx="7484200" cy="3866836"/>
          </a:xfrm>
          <a:prstGeom prst="rect">
            <a:avLst/>
          </a:prstGeom>
        </p:spPr>
      </p:pic>
    </p:spTree>
    <p:extLst>
      <p:ext uri="{BB962C8B-B14F-4D97-AF65-F5344CB8AC3E}">
        <p14:creationId xmlns:p14="http://schemas.microsoft.com/office/powerpoint/2010/main" val="3158049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0765A-84B4-2221-7E56-F65820E6B5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5CE5D4-D668-E67D-AD2B-A98B03AC1507}"/>
              </a:ext>
            </a:extLst>
          </p:cNvPr>
          <p:cNvSpPr>
            <a:spLocks noGrp="1"/>
          </p:cNvSpPr>
          <p:nvPr>
            <p:ph type="title"/>
          </p:nvPr>
        </p:nvSpPr>
        <p:spPr>
          <a:xfrm>
            <a:off x="720000" y="334125"/>
            <a:ext cx="7704000" cy="372119"/>
          </a:xfrm>
        </p:spPr>
        <p:txBody>
          <a:bodyPr/>
          <a:lstStyle/>
          <a:p>
            <a:pPr algn="l"/>
            <a:r>
              <a:rPr lang="en-US" sz="1600"/>
              <a:t>Emissions: Modeling</a:t>
            </a:r>
          </a:p>
        </p:txBody>
      </p:sp>
      <mc:AlternateContent xmlns:mc="http://schemas.openxmlformats.org/markup-compatibility/2006">
        <mc:Choice xmlns:a14="http://schemas.microsoft.com/office/drawing/2010/main" Requires="a14">
          <p:sp>
            <p:nvSpPr>
              <p:cNvPr id="6" name="Text Placeholder 5">
                <a:extLst>
                  <a:ext uri="{FF2B5EF4-FFF2-40B4-BE49-F238E27FC236}">
                    <a16:creationId xmlns:a16="http://schemas.microsoft.com/office/drawing/2014/main" id="{9EACB5E9-113C-BA7A-5B8A-37D7D7C86B5C}"/>
                  </a:ext>
                </a:extLst>
              </p:cNvPr>
              <p:cNvSpPr>
                <a:spLocks noGrp="1"/>
              </p:cNvSpPr>
              <p:nvPr>
                <p:ph type="body" idx="1"/>
              </p:nvPr>
            </p:nvSpPr>
            <p:spPr>
              <a:xfrm>
                <a:off x="720000" y="706244"/>
                <a:ext cx="7704000" cy="3862631"/>
              </a:xfrm>
            </p:spPr>
            <p:txBody>
              <a:bodyPr/>
              <a:lstStyle/>
              <a:p>
                <a:r>
                  <a:rPr lang="en-US" sz="1400"/>
                  <a:t>Final model (random intercept)</a:t>
                </a:r>
                <a:br>
                  <a:rPr lang="en-US" sz="1400"/>
                </a:br>
                <a14:m>
                  <m:oMath xmlns:m="http://schemas.openxmlformats.org/officeDocument/2006/math">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sSub>
                          <m:sSubPr>
                            <m:ctrlPr>
                              <a:rPr lang="en-US" sz="1400" b="0" i="1" smtClean="0">
                                <a:latin typeface="Cambria Math" panose="02040503050406030204" pitchFamily="18" charset="0"/>
                              </a:rPr>
                            </m:ctrlPr>
                          </m:sSubPr>
                          <m:e>
                            <m:r>
                              <m:rPr>
                                <m:nor/>
                              </m:rPr>
                              <a:rPr lang="en-US" sz="1400" b="0" i="0" smtClean="0">
                                <a:latin typeface="Cambria Math" panose="02040503050406030204" pitchFamily="18" charset="0"/>
                              </a:rPr>
                              <m:t>emissions</m:t>
                            </m:r>
                          </m:e>
                          <m:sub>
                            <m:r>
                              <a:rPr lang="en-US" sz="1400" b="0" i="1" smtClean="0">
                                <a:latin typeface="Cambria Math" panose="02040503050406030204" pitchFamily="18" charset="0"/>
                              </a:rPr>
                              <m:t>𝑖𝑗</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0</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1</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𝐼</m:t>
                            </m:r>
                          </m:e>
                          <m:sub>
                            <m:r>
                              <m:rPr>
                                <m:nor/>
                              </m:rPr>
                              <a:rPr lang="en-US" sz="1400" b="0" i="0" smtClean="0">
                                <a:latin typeface="Cambria Math" panose="02040503050406030204" pitchFamily="18" charset="0"/>
                              </a:rPr>
                              <m:t>Air</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2</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𝐼</m:t>
                            </m:r>
                          </m:e>
                          <m:sub>
                            <m:r>
                              <m:rPr>
                                <m:nor/>
                              </m:rPr>
                              <a:rPr lang="en-US" sz="1400" b="0" i="0" smtClean="0">
                                <a:latin typeface="Cambria Math" panose="02040503050406030204" pitchFamily="18" charset="0"/>
                              </a:rPr>
                              <m:t>Road</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𝛽</m:t>
                            </m:r>
                          </m:e>
                          <m:sub>
                            <m:r>
                              <a:rPr lang="en-US" sz="1400" b="0" i="1" smtClean="0">
                                <a:latin typeface="Cambria Math" panose="02040503050406030204" pitchFamily="18" charset="0"/>
                              </a:rPr>
                              <m:t>3</m:t>
                            </m:r>
                          </m:sub>
                        </m:sSub>
                        <m:sSub>
                          <m:sSubPr>
                            <m:ctrlPr>
                              <a:rPr lang="en-US" sz="1400" b="0" i="1" smtClean="0">
                                <a:latin typeface="Cambria Math" panose="02040503050406030204" pitchFamily="18" charset="0"/>
                              </a:rPr>
                            </m:ctrlPr>
                          </m:sSubPr>
                          <m:e>
                            <m:r>
                              <m:rPr>
                                <m:nor/>
                              </m:rPr>
                              <a:rPr lang="en-US" sz="1400" b="0" i="0" smtClean="0">
                                <a:latin typeface="Cambria Math" panose="02040503050406030204" pitchFamily="18" charset="0"/>
                              </a:rPr>
                              <m:t>gdp</m:t>
                            </m:r>
                          </m:e>
                          <m:sub>
                            <m:r>
                              <a:rPr lang="en-US" sz="1400" b="0" i="1" smtClean="0">
                                <a:latin typeface="Cambria Math" panose="02040503050406030204" pitchFamily="18" charset="0"/>
                              </a:rPr>
                              <m:t>𝑖𝑗</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𝑢</m:t>
                            </m:r>
                          </m:e>
                          <m:sub>
                            <m:r>
                              <a:rPr lang="en-US" sz="1400" b="0" i="1" smtClean="0">
                                <a:latin typeface="Cambria Math" panose="02040503050406030204" pitchFamily="18" charset="0"/>
                              </a:rPr>
                              <m:t>𝑗</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𝜖</m:t>
                            </m:r>
                          </m:e>
                          <m:sub>
                            <m:r>
                              <a:rPr lang="en-US" sz="1400" b="0" i="1" smtClean="0">
                                <a:latin typeface="Cambria Math" panose="02040503050406030204" pitchFamily="18" charset="0"/>
                              </a:rPr>
                              <m:t>𝑖𝑗</m:t>
                            </m:r>
                          </m:sub>
                        </m:sSub>
                      </m:e>
                    </m:func>
                  </m:oMath>
                </a14:m>
                <a:r>
                  <a:rPr lang="en-US" sz="1400"/>
                  <a:t>,</a:t>
                </a:r>
                <a:br>
                  <a:rPr lang="en-US" sz="1400"/>
                </a:br>
                <a:r>
                  <a:rPr lang="en-US" sz="1400"/>
                  <a:t>where </a:t>
                </a:r>
                <a14:m>
                  <m:oMath xmlns:m="http://schemas.openxmlformats.org/officeDocument/2006/math">
                    <m:r>
                      <a:rPr lang="en-US" sz="1400" b="0" i="1" smtClean="0">
                        <a:latin typeface="Cambria Math" panose="02040503050406030204" pitchFamily="18" charset="0"/>
                      </a:rPr>
                      <m:t>𝑖</m:t>
                    </m:r>
                    <m:r>
                      <a:rPr lang="en-US" sz="1400" b="0" i="1" smtClean="0">
                        <a:latin typeface="Cambria Math" panose="02040503050406030204" pitchFamily="18" charset="0"/>
                      </a:rPr>
                      <m:t>=</m:t>
                    </m:r>
                    <m:r>
                      <m:rPr>
                        <m:nor/>
                      </m:rPr>
                      <a:rPr lang="en-US" sz="1400" b="0" i="0" smtClean="0">
                        <a:latin typeface="Cambria Math" panose="02040503050406030204" pitchFamily="18" charset="0"/>
                      </a:rPr>
                      <m:t>observation</m:t>
                    </m:r>
                    <m:r>
                      <m:rPr>
                        <m:nor/>
                      </m:rPr>
                      <a:rPr lang="en-US" sz="1400" b="0" i="0" smtClean="0">
                        <a:latin typeface="Cambria Math" panose="02040503050406030204" pitchFamily="18" charset="0"/>
                      </a:rPr>
                      <m:t> (</m:t>
                    </m:r>
                    <m:r>
                      <m:rPr>
                        <m:nor/>
                      </m:rPr>
                      <a:rPr lang="en-US" sz="1400" b="0" i="0" smtClean="0">
                        <a:latin typeface="Cambria Math" panose="02040503050406030204" pitchFamily="18" charset="0"/>
                      </a:rPr>
                      <m:t>year</m:t>
                    </m:r>
                    <m:r>
                      <m:rPr>
                        <m:nor/>
                      </m:rPr>
                      <a:rPr lang="en-US" sz="1400" b="0" i="0" smtClean="0">
                        <a:latin typeface="Cambria Math" panose="02040503050406030204" pitchFamily="18" charset="0"/>
                      </a:rPr>
                      <m:t>)</m:t>
                    </m:r>
                  </m:oMath>
                </a14:m>
                <a:r>
                  <a:rPr lang="en-US" sz="1400"/>
                  <a:t> and </a:t>
                </a:r>
                <a14:m>
                  <m:oMath xmlns:m="http://schemas.openxmlformats.org/officeDocument/2006/math">
                    <m:r>
                      <a:rPr lang="en-US" sz="1400" b="0" i="1" smtClean="0">
                        <a:latin typeface="Cambria Math" panose="02040503050406030204" pitchFamily="18" charset="0"/>
                      </a:rPr>
                      <m:t>𝑗</m:t>
                    </m:r>
                    <m:r>
                      <a:rPr lang="en-US" sz="1400" b="0" i="1" smtClean="0">
                        <a:latin typeface="Cambria Math" panose="02040503050406030204" pitchFamily="18" charset="0"/>
                      </a:rPr>
                      <m:t>=</m:t>
                    </m:r>
                    <m:r>
                      <m:rPr>
                        <m:nor/>
                      </m:rPr>
                      <a:rPr lang="en-US" sz="1400" b="0" i="0" smtClean="0">
                        <a:latin typeface="Cambria Math" panose="02040503050406030204" pitchFamily="18" charset="0"/>
                      </a:rPr>
                      <m:t>country</m:t>
                    </m:r>
                  </m:oMath>
                </a14:m>
                <a:endParaRPr lang="en-US" sz="1400"/>
              </a:p>
              <a:p>
                <a:r>
                  <a:rPr lang="en-US" sz="1400"/>
                  <a:t>Fixed effect estimates</a:t>
                </a:r>
              </a:p>
              <a:p>
                <a:pPr marL="114300" indent="0">
                  <a:buNone/>
                </a:pPr>
                <a:r>
                  <a:rPr lang="en-US" sz="1400"/>
                  <a:t>		Estimate         Std. Error   </a:t>
                </a:r>
                <a:r>
                  <a:rPr lang="en-US" sz="1400" err="1"/>
                  <a:t>df</a:t>
                </a:r>
                <a:r>
                  <a:rPr lang="en-US" sz="1400"/>
                  <a:t>          	     t value    </a:t>
                </a:r>
                <a:r>
                  <a:rPr lang="en-US" sz="1400" err="1"/>
                  <a:t>Pr</a:t>
                </a:r>
                <a:r>
                  <a:rPr lang="en-US" sz="1400"/>
                  <a:t>(&gt;|t|)</a:t>
                </a:r>
              </a:p>
              <a:p>
                <a:pPr marL="114300" indent="0">
                  <a:buNone/>
                </a:pPr>
                <a:r>
                  <a:rPr lang="en-US" sz="1400"/>
                  <a:t>(Intercept)        	3.31707          0.17054     26.25711    19.450    </a:t>
                </a:r>
                <a:r>
                  <a:rPr lang="en-US" sz="1400">
                    <a:highlight>
                      <a:srgbClr val="FFFF00"/>
                    </a:highlight>
                  </a:rPr>
                  <a:t>&lt; 2e-16 </a:t>
                </a:r>
              </a:p>
              <a:p>
                <a:pPr marL="114300" indent="0">
                  <a:buNone/>
                </a:pPr>
                <a:r>
                  <a:rPr lang="en-US" sz="1400"/>
                  <a:t>Air Transport  	1.25992          0.07455   1151.89126    16.901    </a:t>
                </a:r>
                <a:r>
                  <a:rPr lang="en-US" sz="1400">
                    <a:highlight>
                      <a:srgbClr val="FFFF00"/>
                    </a:highlight>
                  </a:rPr>
                  <a:t>&lt; 2e-16</a:t>
                </a:r>
              </a:p>
              <a:p>
                <a:pPr marL="114300" indent="0">
                  <a:buNone/>
                </a:pPr>
                <a:r>
                  <a:rPr lang="en-US" sz="1400"/>
                  <a:t>Road Transport 	2.03416          0.08729   1159.60178    23.303    </a:t>
                </a:r>
                <a:r>
                  <a:rPr lang="en-US" sz="1400">
                    <a:highlight>
                      <a:srgbClr val="FFFF00"/>
                    </a:highlight>
                  </a:rPr>
                  <a:t>&lt; 2e-16 </a:t>
                </a:r>
              </a:p>
              <a:p>
                <a:pPr marL="114300" indent="0">
                  <a:buNone/>
                </a:pPr>
                <a:r>
                  <a:rPr lang="en-US" sz="1400"/>
                  <a:t>log(</a:t>
                </a:r>
                <a:r>
                  <a:rPr lang="en-US" sz="1400" err="1"/>
                  <a:t>gdp_centered</a:t>
                </a:r>
                <a:r>
                  <a:rPr lang="en-US" sz="1400"/>
                  <a:t>)      -0.54903          0.18310     98.48988    -2.999   </a:t>
                </a:r>
                <a:r>
                  <a:rPr lang="en-US" sz="1400">
                    <a:highlight>
                      <a:srgbClr val="FFFF00"/>
                    </a:highlight>
                  </a:rPr>
                  <a:t> 0.00343</a:t>
                </a:r>
              </a:p>
              <a:p>
                <a:r>
                  <a:rPr lang="en-US" sz="1400"/>
                  <a:t>The reference mode is rail, and we see that the model predicts air and road are less efficient</a:t>
                </a:r>
              </a:p>
              <a:p>
                <a:pPr marL="114300" indent="0">
                  <a:buNone/>
                </a:pPr>
                <a:r>
                  <a:rPr lang="en-US" sz="1400"/>
                  <a:t>	Given GDP, Air is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b="0" i="1" smtClean="0">
                            <a:latin typeface="Cambria Math" panose="02040503050406030204" pitchFamily="18" charset="0"/>
                          </a:rPr>
                          <m:t>1.26</m:t>
                        </m:r>
                      </m:sup>
                    </m:sSup>
                    <m:r>
                      <a:rPr lang="en-US" sz="1400" b="0" i="1" smtClean="0">
                        <a:latin typeface="Cambria Math" panose="02040503050406030204" pitchFamily="18" charset="0"/>
                      </a:rPr>
                      <m:t>≈3.5</m:t>
                    </m:r>
                  </m:oMath>
                </a14:m>
                <a:r>
                  <a:rPr lang="en-US" sz="1400"/>
                  <a:t> times less efficient, and road is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𝑒</m:t>
                        </m:r>
                      </m:e>
                      <m:sup>
                        <m:r>
                          <a:rPr lang="en-US" sz="1400" b="0" i="1" smtClean="0">
                            <a:latin typeface="Cambria Math" panose="02040503050406030204" pitchFamily="18" charset="0"/>
                          </a:rPr>
                          <m:t>2.03</m:t>
                        </m:r>
                      </m:sup>
                    </m:sSup>
                    <m:r>
                      <a:rPr lang="en-US" sz="1400" i="1">
                        <a:latin typeface="Cambria Math" panose="02040503050406030204" pitchFamily="18" charset="0"/>
                      </a:rPr>
                      <m:t>≈</m:t>
                    </m:r>
                    <m:r>
                      <a:rPr lang="en-US" sz="1400" b="0" i="1" smtClean="0">
                        <a:latin typeface="Cambria Math" panose="02040503050406030204" pitchFamily="18" charset="0"/>
                      </a:rPr>
                      <m:t>7.6</m:t>
                    </m:r>
                  </m:oMath>
                </a14:m>
                <a:r>
                  <a:rPr lang="en-US" sz="1400"/>
                  <a:t> times less 	efficient (per </a:t>
                </a:r>
                <a:r>
                  <a:rPr lang="en-US" sz="1400" err="1"/>
                  <a:t>pkm</a:t>
                </a:r>
                <a:r>
                  <a:rPr lang="en-US" sz="1400"/>
                  <a:t>)</a:t>
                </a:r>
                <a:br>
                  <a:rPr lang="en-US" sz="1400"/>
                </a:br>
                <a:r>
                  <a:rPr lang="en-US" sz="1400"/>
                  <a:t>	Per log-unit increase above average GDP per capita, a country emits </a:t>
                </a:r>
                <a:br>
                  <a:rPr lang="en-US" sz="1400"/>
                </a:br>
                <a:r>
                  <a:rPr lang="en-US" sz="1400"/>
                  <a:t>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𝑒</m:t>
                        </m:r>
                      </m:e>
                      <m:sup>
                        <m:r>
                          <a:rPr lang="en-US" sz="1400" b="0" i="1" smtClean="0">
                            <a:latin typeface="Cambria Math" panose="02040503050406030204" pitchFamily="18" charset="0"/>
                          </a:rPr>
                          <m:t>−0.55</m:t>
                        </m:r>
                      </m:sup>
                    </m:sSup>
                    <m:r>
                      <a:rPr lang="en-US" sz="1400" i="1">
                        <a:latin typeface="Cambria Math" panose="02040503050406030204" pitchFamily="18" charset="0"/>
                      </a:rPr>
                      <m:t>≈</m:t>
                    </m:r>
                    <m:r>
                      <a:rPr lang="en-US" sz="1400" b="0" i="1" smtClean="0">
                        <a:latin typeface="Cambria Math" panose="02040503050406030204" pitchFamily="18" charset="0"/>
                      </a:rPr>
                      <m:t>0.58×</m:t>
                    </m:r>
                  </m:oMath>
                </a14:m>
                <a:r>
                  <a:rPr lang="en-US" sz="1400"/>
                  <a:t>  as much CO</a:t>
                </a:r>
                <a:r>
                  <a:rPr lang="en-US" sz="1400" baseline="-25000"/>
                  <a:t>2</a:t>
                </a:r>
                <a:r>
                  <a:rPr lang="en-US" sz="1400"/>
                  <a:t>/PKM</a:t>
                </a:r>
              </a:p>
            </p:txBody>
          </p:sp>
        </mc:Choice>
        <mc:Fallback>
          <p:sp>
            <p:nvSpPr>
              <p:cNvPr id="6" name="Text Placeholder 5">
                <a:extLst>
                  <a:ext uri="{FF2B5EF4-FFF2-40B4-BE49-F238E27FC236}">
                    <a16:creationId xmlns:a16="http://schemas.microsoft.com/office/drawing/2014/main" id="{9EACB5E9-113C-BA7A-5B8A-37D7D7C86B5C}"/>
                  </a:ext>
                </a:extLst>
              </p:cNvPr>
              <p:cNvSpPr>
                <a:spLocks noGrp="1" noRot="1" noChangeAspect="1" noMove="1" noResize="1" noEditPoints="1" noAdjustHandles="1" noChangeArrowheads="1" noChangeShapeType="1" noTextEdit="1"/>
              </p:cNvSpPr>
              <p:nvPr>
                <p:ph type="body" idx="1"/>
              </p:nvPr>
            </p:nvSpPr>
            <p:spPr>
              <a:xfrm>
                <a:off x="720000" y="706244"/>
                <a:ext cx="7704000" cy="3862631"/>
              </a:xfrm>
              <a:blipFill>
                <a:blip r:embed="rId2"/>
                <a:stretch>
                  <a:fillRect t="-474" b="-474"/>
                </a:stretch>
              </a:blipFill>
            </p:spPr>
            <p:txBody>
              <a:bodyPr/>
              <a:lstStyle/>
              <a:p>
                <a:r>
                  <a:rPr lang="en-US">
                    <a:noFill/>
                  </a:rPr>
                  <a:t> </a:t>
                </a:r>
              </a:p>
            </p:txBody>
          </p:sp>
        </mc:Fallback>
      </mc:AlternateContent>
      <p:sp>
        <p:nvSpPr>
          <p:cNvPr id="7" name="AutoShape 8">
            <a:extLst>
              <a:ext uri="{FF2B5EF4-FFF2-40B4-BE49-F238E27FC236}">
                <a16:creationId xmlns:a16="http://schemas.microsoft.com/office/drawing/2014/main" id="{484315C4-E7B9-AD4B-4631-261A629A990E}"/>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09607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2ACBC-8C32-DE2F-A234-63BB5AF8B1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DB31C4-CBD6-E632-E228-CEE6DF917A7F}"/>
              </a:ext>
            </a:extLst>
          </p:cNvPr>
          <p:cNvSpPr>
            <a:spLocks noGrp="1"/>
          </p:cNvSpPr>
          <p:nvPr>
            <p:ph type="title"/>
          </p:nvPr>
        </p:nvSpPr>
        <p:spPr>
          <a:xfrm>
            <a:off x="720000" y="334125"/>
            <a:ext cx="7704000" cy="372119"/>
          </a:xfrm>
        </p:spPr>
        <p:txBody>
          <a:bodyPr/>
          <a:lstStyle/>
          <a:p>
            <a:pPr algn="l"/>
            <a:r>
              <a:rPr lang="en-US" sz="1600"/>
              <a:t>Emissions: Modeling</a:t>
            </a:r>
          </a:p>
        </p:txBody>
      </p:sp>
      <p:sp>
        <p:nvSpPr>
          <p:cNvPr id="6" name="Text Placeholder 5">
            <a:extLst>
              <a:ext uri="{FF2B5EF4-FFF2-40B4-BE49-F238E27FC236}">
                <a16:creationId xmlns:a16="http://schemas.microsoft.com/office/drawing/2014/main" id="{58F3743C-231B-745C-6236-9FE93395AAE3}"/>
              </a:ext>
            </a:extLst>
          </p:cNvPr>
          <p:cNvSpPr>
            <a:spLocks noGrp="1"/>
          </p:cNvSpPr>
          <p:nvPr>
            <p:ph type="body" idx="1"/>
          </p:nvPr>
        </p:nvSpPr>
        <p:spPr>
          <a:xfrm>
            <a:off x="720000" y="706244"/>
            <a:ext cx="7704000" cy="3862631"/>
          </a:xfrm>
        </p:spPr>
        <p:txBody>
          <a:bodyPr/>
          <a:lstStyle/>
          <a:p>
            <a:r>
              <a:rPr lang="en-US" sz="2000"/>
              <a:t>Random effects</a:t>
            </a:r>
          </a:p>
          <a:p>
            <a:pPr lvl="1"/>
            <a:r>
              <a:rPr lang="en-US" sz="2000"/>
              <a:t>Most countries have random intercept effects less than 1, and Iceland, Ireland, and the Netherlands are the only countries with effects greater than 1</a:t>
            </a:r>
          </a:p>
          <a:p>
            <a:pPr lvl="1"/>
            <a:r>
              <a:rPr lang="en-US" sz="2000"/>
              <a:t>Switzerland has random effect of about -2</a:t>
            </a:r>
            <a:br>
              <a:rPr lang="en-US" sz="2000"/>
            </a:br>
            <a:endParaRPr lang="en-US" sz="2000"/>
          </a:p>
          <a:p>
            <a:pPr marL="114300" indent="0">
              <a:buNone/>
            </a:pPr>
            <a:r>
              <a:rPr lang="en-US" sz="2000"/>
              <a:t>Variance estimates:</a:t>
            </a:r>
          </a:p>
          <a:p>
            <a:pPr marL="571500" lvl="1" indent="0">
              <a:buNone/>
            </a:pPr>
            <a:r>
              <a:rPr lang="en-US" sz="1600"/>
              <a:t>Groups   	Name        Variance </a:t>
            </a:r>
            <a:r>
              <a:rPr lang="en-US" sz="1600" err="1"/>
              <a:t>Std.Dev</a:t>
            </a:r>
            <a:r>
              <a:rPr lang="en-US" sz="1600"/>
              <a:t>.</a:t>
            </a:r>
          </a:p>
          <a:p>
            <a:pPr marL="571500" lvl="1" indent="0">
              <a:buNone/>
            </a:pPr>
            <a:r>
              <a:rPr lang="en-US" sz="1600"/>
              <a:t>Country  	(Intercept) 0.7375   	0.8588  </a:t>
            </a:r>
          </a:p>
          <a:p>
            <a:pPr marL="571500" lvl="1" indent="0">
              <a:buNone/>
            </a:pPr>
            <a:r>
              <a:rPr lang="en-US" sz="1600"/>
              <a:t>Residual             	 1.1666   	1.0801</a:t>
            </a:r>
          </a:p>
        </p:txBody>
      </p:sp>
      <p:sp>
        <p:nvSpPr>
          <p:cNvPr id="7" name="AutoShape 8">
            <a:extLst>
              <a:ext uri="{FF2B5EF4-FFF2-40B4-BE49-F238E27FC236}">
                <a16:creationId xmlns:a16="http://schemas.microsoft.com/office/drawing/2014/main" id="{009E8543-75FA-012C-01DA-BBDD0216EFA0}"/>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66476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A012-4981-358B-BB39-0B6AB920FB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E39D12-92E4-CF2D-A483-B13D4734C7FF}"/>
              </a:ext>
            </a:extLst>
          </p:cNvPr>
          <p:cNvSpPr>
            <a:spLocks noGrp="1"/>
          </p:cNvSpPr>
          <p:nvPr>
            <p:ph type="title"/>
          </p:nvPr>
        </p:nvSpPr>
        <p:spPr>
          <a:xfrm>
            <a:off x="720000" y="334125"/>
            <a:ext cx="7704000" cy="372119"/>
          </a:xfrm>
        </p:spPr>
        <p:txBody>
          <a:bodyPr/>
          <a:lstStyle/>
          <a:p>
            <a:pPr algn="l"/>
            <a:r>
              <a:rPr lang="en-US" sz="1600"/>
              <a:t>Emissions: Modeling</a:t>
            </a:r>
          </a:p>
        </p:txBody>
      </p:sp>
      <p:sp>
        <p:nvSpPr>
          <p:cNvPr id="6" name="Text Placeholder 5">
            <a:extLst>
              <a:ext uri="{FF2B5EF4-FFF2-40B4-BE49-F238E27FC236}">
                <a16:creationId xmlns:a16="http://schemas.microsoft.com/office/drawing/2014/main" id="{090967C1-CFE9-71E8-280A-7AE903A4B6A6}"/>
              </a:ext>
            </a:extLst>
          </p:cNvPr>
          <p:cNvSpPr>
            <a:spLocks noGrp="1"/>
          </p:cNvSpPr>
          <p:nvPr>
            <p:ph type="body" idx="1"/>
          </p:nvPr>
        </p:nvSpPr>
        <p:spPr>
          <a:xfrm>
            <a:off x="720000" y="706244"/>
            <a:ext cx="7704000" cy="3862631"/>
          </a:xfrm>
        </p:spPr>
        <p:txBody>
          <a:bodyPr/>
          <a:lstStyle/>
          <a:p>
            <a:r>
              <a:rPr lang="en-US" sz="2000"/>
              <a:t>Diagnostics</a:t>
            </a:r>
          </a:p>
          <a:p>
            <a:pPr marL="114300" indent="0">
              <a:buNone/>
            </a:pPr>
            <a:endParaRPr lang="en-US" sz="1600"/>
          </a:p>
        </p:txBody>
      </p:sp>
      <p:sp>
        <p:nvSpPr>
          <p:cNvPr id="7" name="AutoShape 8">
            <a:extLst>
              <a:ext uri="{FF2B5EF4-FFF2-40B4-BE49-F238E27FC236}">
                <a16:creationId xmlns:a16="http://schemas.microsoft.com/office/drawing/2014/main" id="{3DE4B90F-5F1E-256F-5A4D-B513E013A0FD}"/>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a:extLst>
              <a:ext uri="{FF2B5EF4-FFF2-40B4-BE49-F238E27FC236}">
                <a16:creationId xmlns:a16="http://schemas.microsoft.com/office/drawing/2014/main" id="{BE7568CD-580A-38B5-A3EC-F7D21893F25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a:extLst>
              <a:ext uri="{FF2B5EF4-FFF2-40B4-BE49-F238E27FC236}">
                <a16:creationId xmlns:a16="http://schemas.microsoft.com/office/drawing/2014/main" id="{0DA9B8A2-65A2-7306-F0C1-68B5141100AB}"/>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extLst>
              <a:ext uri="{FF2B5EF4-FFF2-40B4-BE49-F238E27FC236}">
                <a16:creationId xmlns:a16="http://schemas.microsoft.com/office/drawing/2014/main" id="{F6A0D80D-2491-8B06-517C-914672E39056}"/>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8">
            <a:extLst>
              <a:ext uri="{FF2B5EF4-FFF2-40B4-BE49-F238E27FC236}">
                <a16:creationId xmlns:a16="http://schemas.microsoft.com/office/drawing/2014/main" id="{40BCB812-CE01-9BD3-329C-260FF40C07D1}"/>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308E64F6-0FF2-D379-D9AB-B8A0F800B1CD}"/>
              </a:ext>
            </a:extLst>
          </p:cNvPr>
          <p:cNvPicPr>
            <a:picLocks noChangeAspect="1"/>
          </p:cNvPicPr>
          <p:nvPr/>
        </p:nvPicPr>
        <p:blipFill>
          <a:blip r:embed="rId2"/>
          <a:stretch>
            <a:fillRect/>
          </a:stretch>
        </p:blipFill>
        <p:spPr>
          <a:xfrm>
            <a:off x="720000" y="1463040"/>
            <a:ext cx="3765931" cy="2689951"/>
          </a:xfrm>
          <a:prstGeom prst="rect">
            <a:avLst/>
          </a:prstGeom>
        </p:spPr>
      </p:pic>
      <p:pic>
        <p:nvPicPr>
          <p:cNvPr id="11" name="Picture 10">
            <a:extLst>
              <a:ext uri="{FF2B5EF4-FFF2-40B4-BE49-F238E27FC236}">
                <a16:creationId xmlns:a16="http://schemas.microsoft.com/office/drawing/2014/main" id="{A5F36877-7699-8719-0AFE-8367E0BEB0D5}"/>
              </a:ext>
            </a:extLst>
          </p:cNvPr>
          <p:cNvPicPr>
            <a:picLocks noChangeAspect="1"/>
          </p:cNvPicPr>
          <p:nvPr/>
        </p:nvPicPr>
        <p:blipFill>
          <a:blip r:embed="rId3"/>
          <a:stretch>
            <a:fillRect/>
          </a:stretch>
        </p:blipFill>
        <p:spPr>
          <a:xfrm>
            <a:off x="4743540" y="1497330"/>
            <a:ext cx="3680460" cy="2628900"/>
          </a:xfrm>
          <a:prstGeom prst="rect">
            <a:avLst/>
          </a:prstGeom>
        </p:spPr>
      </p:pic>
      <p:grpSp>
        <p:nvGrpSpPr>
          <p:cNvPr id="14" name="Group 13">
            <a:extLst>
              <a:ext uri="{FF2B5EF4-FFF2-40B4-BE49-F238E27FC236}">
                <a16:creationId xmlns:a16="http://schemas.microsoft.com/office/drawing/2014/main" id="{D5CA2C98-DBF8-BE1A-E284-20418E6F9C55}"/>
              </a:ext>
            </a:extLst>
          </p:cNvPr>
          <p:cNvGrpSpPr/>
          <p:nvPr/>
        </p:nvGrpSpPr>
        <p:grpSpPr>
          <a:xfrm>
            <a:off x="1099140" y="2350815"/>
            <a:ext cx="460920" cy="764977"/>
            <a:chOff x="1099140" y="2350815"/>
            <a:chExt cx="460920" cy="764977"/>
          </a:xfrm>
        </p:grpSpPr>
        <p:sp>
          <p:nvSpPr>
            <p:cNvPr id="12" name="Oval 11">
              <a:extLst>
                <a:ext uri="{FF2B5EF4-FFF2-40B4-BE49-F238E27FC236}">
                  <a16:creationId xmlns:a16="http://schemas.microsoft.com/office/drawing/2014/main" id="{5CD368AE-CCA3-B625-035B-1E4051A9E016}"/>
                </a:ext>
              </a:extLst>
            </p:cNvPr>
            <p:cNvSpPr/>
            <p:nvPr/>
          </p:nvSpPr>
          <p:spPr>
            <a:xfrm>
              <a:off x="1118190" y="2350815"/>
              <a:ext cx="422820" cy="457200"/>
            </a:xfrm>
            <a:prstGeom prst="ellipse">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3B38E084-A7E5-2633-76D1-869BA4AB5B0C}"/>
                </a:ext>
              </a:extLst>
            </p:cNvPr>
            <p:cNvSpPr txBox="1"/>
            <p:nvPr/>
          </p:nvSpPr>
          <p:spPr>
            <a:xfrm>
              <a:off x="1099140" y="2808015"/>
              <a:ext cx="460920" cy="307777"/>
            </a:xfrm>
            <a:prstGeom prst="rect">
              <a:avLst/>
            </a:prstGeom>
            <a:noFill/>
          </p:spPr>
          <p:txBody>
            <a:bodyPr wrap="square" rtlCol="0">
              <a:spAutoFit/>
            </a:bodyPr>
            <a:lstStyle/>
            <a:p>
              <a:r>
                <a:rPr lang="en-US"/>
                <a:t>CH</a:t>
              </a:r>
            </a:p>
          </p:txBody>
        </p:sp>
      </p:grpSp>
    </p:spTree>
    <p:extLst>
      <p:ext uri="{BB962C8B-B14F-4D97-AF65-F5344CB8AC3E}">
        <p14:creationId xmlns:p14="http://schemas.microsoft.com/office/powerpoint/2010/main" val="4013348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4DC1-7DA3-6993-98A6-34C5316D39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EB98FC-C3A4-C695-0B56-6E7B08ECF624}"/>
              </a:ext>
            </a:extLst>
          </p:cNvPr>
          <p:cNvSpPr>
            <a:spLocks noGrp="1"/>
          </p:cNvSpPr>
          <p:nvPr>
            <p:ph type="title"/>
          </p:nvPr>
        </p:nvSpPr>
        <p:spPr>
          <a:xfrm>
            <a:off x="720000" y="334125"/>
            <a:ext cx="7704000" cy="372119"/>
          </a:xfrm>
        </p:spPr>
        <p:txBody>
          <a:bodyPr/>
          <a:lstStyle/>
          <a:p>
            <a:pPr algn="l"/>
            <a:r>
              <a:rPr lang="en-US" sz="1600"/>
              <a:t>Emissions: Extrapolation</a:t>
            </a:r>
          </a:p>
        </p:txBody>
      </p:sp>
      <p:sp>
        <p:nvSpPr>
          <p:cNvPr id="6" name="Text Placeholder 5">
            <a:extLst>
              <a:ext uri="{FF2B5EF4-FFF2-40B4-BE49-F238E27FC236}">
                <a16:creationId xmlns:a16="http://schemas.microsoft.com/office/drawing/2014/main" id="{F1E94017-26A3-2155-4014-FFC3C049ECF4}"/>
              </a:ext>
            </a:extLst>
          </p:cNvPr>
          <p:cNvSpPr>
            <a:spLocks noGrp="1"/>
          </p:cNvSpPr>
          <p:nvPr>
            <p:ph type="body" idx="1"/>
          </p:nvPr>
        </p:nvSpPr>
        <p:spPr>
          <a:xfrm>
            <a:off x="720000" y="706244"/>
            <a:ext cx="7704000" cy="3862631"/>
          </a:xfrm>
        </p:spPr>
        <p:txBody>
          <a:bodyPr/>
          <a:lstStyle/>
          <a:p>
            <a:r>
              <a:rPr lang="en-US" sz="1800"/>
              <a:t>Extrapolation to 4 U.S. States</a:t>
            </a:r>
          </a:p>
          <a:p>
            <a:pPr lvl="1"/>
            <a:r>
              <a:rPr lang="en-US" sz="1800"/>
              <a:t>Used </a:t>
            </a:r>
            <a:r>
              <a:rPr lang="en-US" sz="1800" err="1"/>
              <a:t>predInterval</a:t>
            </a:r>
            <a:r>
              <a:rPr lang="en-US" sz="1800"/>
              <a:t>() from </a:t>
            </a:r>
            <a:r>
              <a:rPr lang="en-US" sz="1800" err="1"/>
              <a:t>merTools</a:t>
            </a:r>
            <a:r>
              <a:rPr lang="en-US" sz="1800"/>
              <a:t> package</a:t>
            </a:r>
          </a:p>
          <a:p>
            <a:pPr lvl="1"/>
            <a:r>
              <a:rPr lang="en-US" sz="1800"/>
              <a:t>Compute 80% prediction intervals</a:t>
            </a:r>
          </a:p>
          <a:p>
            <a:pPr lvl="1"/>
            <a:r>
              <a:rPr lang="en-US" sz="1800"/>
              <a:t>These intervals only consider fixed effects</a:t>
            </a:r>
          </a:p>
          <a:p>
            <a:pPr lvl="1"/>
            <a:r>
              <a:rPr lang="en-US" sz="1800"/>
              <a:t>Use GDP data from 2023</a:t>
            </a:r>
          </a:p>
          <a:p>
            <a:pPr marL="114300" indent="0">
              <a:buNone/>
            </a:pPr>
            <a:r>
              <a:rPr lang="en-US" sz="1800"/>
              <a:t>Texas</a:t>
            </a:r>
          </a:p>
          <a:p>
            <a:r>
              <a:rPr lang="en-US" sz="1800"/>
              <a:t>Rail	</a:t>
            </a:r>
            <a:br>
              <a:rPr lang="en-US" sz="1800"/>
            </a:br>
            <a:r>
              <a:rPr lang="en-US" sz="1800"/>
              <a:t>Estimate: 28.27, Interval: (7.44, 122.46)</a:t>
            </a:r>
          </a:p>
          <a:p>
            <a:r>
              <a:rPr lang="en-US" sz="1800"/>
              <a:t>Air</a:t>
            </a:r>
            <a:br>
              <a:rPr lang="en-US" sz="1800"/>
            </a:br>
            <a:r>
              <a:rPr lang="en-US" sz="1800"/>
              <a:t>Estimate: 101.54</a:t>
            </a:r>
          </a:p>
          <a:p>
            <a:r>
              <a:rPr lang="en-US" sz="1800"/>
              <a:t>Road</a:t>
            </a:r>
            <a:br>
              <a:rPr lang="en-US" sz="1800"/>
            </a:br>
            <a:r>
              <a:rPr lang="en-US" sz="1800"/>
              <a:t>Estimate: 224.25</a:t>
            </a:r>
          </a:p>
        </p:txBody>
      </p:sp>
      <p:sp>
        <p:nvSpPr>
          <p:cNvPr id="7" name="AutoShape 8">
            <a:extLst>
              <a:ext uri="{FF2B5EF4-FFF2-40B4-BE49-F238E27FC236}">
                <a16:creationId xmlns:a16="http://schemas.microsoft.com/office/drawing/2014/main" id="{0B722DC3-F533-E784-F3FD-0F1F6DB64D20}"/>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a:extLst>
              <a:ext uri="{FF2B5EF4-FFF2-40B4-BE49-F238E27FC236}">
                <a16:creationId xmlns:a16="http://schemas.microsoft.com/office/drawing/2014/main" id="{1E089D26-A989-8345-4726-36089FC5882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a:extLst>
              <a:ext uri="{FF2B5EF4-FFF2-40B4-BE49-F238E27FC236}">
                <a16:creationId xmlns:a16="http://schemas.microsoft.com/office/drawing/2014/main" id="{EC60698E-C29D-AE7C-7AFF-2FEF5708A680}"/>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extLst>
              <a:ext uri="{FF2B5EF4-FFF2-40B4-BE49-F238E27FC236}">
                <a16:creationId xmlns:a16="http://schemas.microsoft.com/office/drawing/2014/main" id="{B122FE26-3DF2-3303-F335-544240248675}"/>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8">
            <a:extLst>
              <a:ext uri="{FF2B5EF4-FFF2-40B4-BE49-F238E27FC236}">
                <a16:creationId xmlns:a16="http://schemas.microsoft.com/office/drawing/2014/main" id="{5172F088-1165-E0E4-7955-B96A1A6EC1A5}"/>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76975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B128-9DAE-21D4-7A5B-DA25627531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7628B2D-F2E1-1439-9762-0454A3EE7CCC}"/>
              </a:ext>
            </a:extLst>
          </p:cNvPr>
          <p:cNvSpPr>
            <a:spLocks noGrp="1"/>
          </p:cNvSpPr>
          <p:nvPr>
            <p:ph type="title"/>
          </p:nvPr>
        </p:nvSpPr>
        <p:spPr>
          <a:xfrm>
            <a:off x="720000" y="334125"/>
            <a:ext cx="7704000" cy="372119"/>
          </a:xfrm>
        </p:spPr>
        <p:txBody>
          <a:bodyPr/>
          <a:lstStyle/>
          <a:p>
            <a:pPr algn="l"/>
            <a:r>
              <a:rPr lang="en-US" sz="1600"/>
              <a:t>Emissions: Extrapolation</a:t>
            </a:r>
          </a:p>
        </p:txBody>
      </p:sp>
      <p:sp>
        <p:nvSpPr>
          <p:cNvPr id="6" name="Text Placeholder 5">
            <a:extLst>
              <a:ext uri="{FF2B5EF4-FFF2-40B4-BE49-F238E27FC236}">
                <a16:creationId xmlns:a16="http://schemas.microsoft.com/office/drawing/2014/main" id="{6E6F496D-95EA-C6AD-6488-9363C550EAB4}"/>
              </a:ext>
            </a:extLst>
          </p:cNvPr>
          <p:cNvSpPr>
            <a:spLocks noGrp="1"/>
          </p:cNvSpPr>
          <p:nvPr>
            <p:ph type="body" idx="1"/>
          </p:nvPr>
        </p:nvSpPr>
        <p:spPr>
          <a:xfrm>
            <a:off x="720000" y="706244"/>
            <a:ext cx="7704000" cy="3862631"/>
          </a:xfrm>
        </p:spPr>
        <p:txBody>
          <a:bodyPr numCol="2"/>
          <a:lstStyle/>
          <a:p>
            <a:pPr marL="114300" indent="0">
              <a:buNone/>
            </a:pPr>
            <a:r>
              <a:rPr lang="en-US" sz="1450"/>
              <a:t>California</a:t>
            </a:r>
          </a:p>
          <a:p>
            <a:r>
              <a:rPr lang="en-US" sz="1450"/>
              <a:t>Rail</a:t>
            </a:r>
            <a:br>
              <a:rPr lang="en-US" sz="1450"/>
            </a:br>
            <a:r>
              <a:rPr lang="en-US" sz="1450"/>
              <a:t>Estimate: 26.69, Interval: (6.72, 111.01)</a:t>
            </a:r>
          </a:p>
          <a:p>
            <a:r>
              <a:rPr lang="en-US" sz="1450"/>
              <a:t>Air</a:t>
            </a:r>
            <a:br>
              <a:rPr lang="en-US" sz="1450"/>
            </a:br>
            <a:r>
              <a:rPr lang="en-US" sz="1450"/>
              <a:t>Estimate: 89.59</a:t>
            </a:r>
          </a:p>
          <a:p>
            <a:r>
              <a:rPr lang="en-US" sz="1450"/>
              <a:t>Road</a:t>
            </a:r>
            <a:br>
              <a:rPr lang="en-US" sz="1450"/>
            </a:br>
            <a:r>
              <a:rPr lang="en-US" sz="1450"/>
              <a:t>Estimate: 215.29</a:t>
            </a:r>
            <a:br>
              <a:rPr lang="en-US" sz="1450"/>
            </a:br>
            <a:endParaRPr lang="en-US" sz="1450"/>
          </a:p>
          <a:p>
            <a:pPr marL="114300" indent="0">
              <a:buNone/>
            </a:pPr>
            <a:r>
              <a:rPr lang="en-US" sz="1450"/>
              <a:t>Colorado</a:t>
            </a:r>
          </a:p>
          <a:p>
            <a:r>
              <a:rPr lang="en-US" sz="1450"/>
              <a:t>Rail</a:t>
            </a:r>
            <a:br>
              <a:rPr lang="en-US" sz="1450"/>
            </a:br>
            <a:r>
              <a:rPr lang="en-US" sz="1450"/>
              <a:t>Estimate: 27.16, Interval: (6.63, 110.93)</a:t>
            </a:r>
          </a:p>
          <a:p>
            <a:r>
              <a:rPr lang="en-US" sz="1450"/>
              <a:t>Air</a:t>
            </a:r>
            <a:br>
              <a:rPr lang="en-US" sz="1450"/>
            </a:br>
            <a:r>
              <a:rPr lang="en-US" sz="1450"/>
              <a:t>Estimate: 98.10</a:t>
            </a:r>
          </a:p>
          <a:p>
            <a:r>
              <a:rPr lang="en-US" sz="1450"/>
              <a:t>Road</a:t>
            </a:r>
            <a:br>
              <a:rPr lang="en-US" sz="1450"/>
            </a:br>
            <a:r>
              <a:rPr lang="en-US" sz="1450"/>
              <a:t>Estimate: 226.38</a:t>
            </a:r>
          </a:p>
          <a:p>
            <a:pPr marL="114300" indent="0">
              <a:buNone/>
            </a:pPr>
            <a:r>
              <a:rPr lang="en-US" sz="1450"/>
              <a:t>Minnesota</a:t>
            </a:r>
          </a:p>
          <a:p>
            <a:r>
              <a:rPr lang="en-US" sz="1450"/>
              <a:t>Rail</a:t>
            </a:r>
            <a:br>
              <a:rPr lang="en-US" sz="1450"/>
            </a:br>
            <a:r>
              <a:rPr lang="en-US" sz="1450"/>
              <a:t>Estimate: 29.75, Interval: (7.27, 112.67)</a:t>
            </a:r>
          </a:p>
          <a:p>
            <a:r>
              <a:rPr lang="en-US" sz="1450"/>
              <a:t>Air</a:t>
            </a:r>
            <a:br>
              <a:rPr lang="en-US" sz="1450"/>
            </a:br>
            <a:r>
              <a:rPr lang="en-US" sz="1450"/>
              <a:t>Estimate: 106.51</a:t>
            </a:r>
          </a:p>
          <a:p>
            <a:r>
              <a:rPr lang="en-US" sz="1450"/>
              <a:t>Road</a:t>
            </a:r>
            <a:br>
              <a:rPr lang="en-US" sz="1450"/>
            </a:br>
            <a:r>
              <a:rPr lang="en-US" sz="1450"/>
              <a:t>Estimate: 216.98</a:t>
            </a:r>
            <a:br>
              <a:rPr lang="en-US" sz="1450"/>
            </a:br>
            <a:endParaRPr lang="en-US" sz="1450"/>
          </a:p>
          <a:p>
            <a:pPr marL="114300" indent="0">
              <a:buNone/>
            </a:pPr>
            <a:r>
              <a:rPr lang="en-US" sz="1450"/>
              <a:t>New York</a:t>
            </a:r>
          </a:p>
          <a:p>
            <a:r>
              <a:rPr lang="en-US" sz="1450"/>
              <a:t>Rail</a:t>
            </a:r>
            <a:br>
              <a:rPr lang="en-US" sz="1450"/>
            </a:br>
            <a:r>
              <a:rPr lang="en-US" sz="1450"/>
              <a:t>Estimate: 24.54, Interval: (6.15, 99.61)</a:t>
            </a:r>
          </a:p>
          <a:p>
            <a:r>
              <a:rPr lang="en-US" sz="1450"/>
              <a:t>Air</a:t>
            </a:r>
            <a:br>
              <a:rPr lang="en-US" sz="1450"/>
            </a:br>
            <a:r>
              <a:rPr lang="en-US" sz="1450"/>
              <a:t>Estimate: 91.27</a:t>
            </a:r>
          </a:p>
          <a:p>
            <a:r>
              <a:rPr lang="en-US" sz="1450"/>
              <a:t>Road</a:t>
            </a:r>
            <a:br>
              <a:rPr lang="en-US" sz="1450"/>
            </a:br>
            <a:r>
              <a:rPr lang="en-US" sz="1450"/>
              <a:t>Estimate: 197.50</a:t>
            </a:r>
            <a:br>
              <a:rPr lang="en-US" sz="1450"/>
            </a:br>
            <a:endParaRPr lang="en-US" sz="1450"/>
          </a:p>
          <a:p>
            <a:pPr marL="114300" indent="0">
              <a:buNone/>
            </a:pPr>
            <a:endParaRPr lang="en-US" sz="1450"/>
          </a:p>
        </p:txBody>
      </p:sp>
      <p:sp>
        <p:nvSpPr>
          <p:cNvPr id="7" name="AutoShape 8">
            <a:extLst>
              <a:ext uri="{FF2B5EF4-FFF2-40B4-BE49-F238E27FC236}">
                <a16:creationId xmlns:a16="http://schemas.microsoft.com/office/drawing/2014/main" id="{B6D3DB89-3CA1-81C3-B628-6FB37D7C0763}"/>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a:extLst>
              <a:ext uri="{FF2B5EF4-FFF2-40B4-BE49-F238E27FC236}">
                <a16:creationId xmlns:a16="http://schemas.microsoft.com/office/drawing/2014/main" id="{AAF75BA5-56F2-21ED-23AE-C747EC36E02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a:extLst>
              <a:ext uri="{FF2B5EF4-FFF2-40B4-BE49-F238E27FC236}">
                <a16:creationId xmlns:a16="http://schemas.microsoft.com/office/drawing/2014/main" id="{62A6055A-451A-3FAE-F483-3CC7397816C9}"/>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extLst>
              <a:ext uri="{FF2B5EF4-FFF2-40B4-BE49-F238E27FC236}">
                <a16:creationId xmlns:a16="http://schemas.microsoft.com/office/drawing/2014/main" id="{674181AB-57D4-E05F-F6ED-4697229318EF}"/>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8">
            <a:extLst>
              <a:ext uri="{FF2B5EF4-FFF2-40B4-BE49-F238E27FC236}">
                <a16:creationId xmlns:a16="http://schemas.microsoft.com/office/drawing/2014/main" id="{D04B22DF-E3F5-E883-BAFF-FBAE20AADFEB}"/>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18703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9">
          <a:extLst>
            <a:ext uri="{FF2B5EF4-FFF2-40B4-BE49-F238E27FC236}">
              <a16:creationId xmlns:a16="http://schemas.microsoft.com/office/drawing/2014/main" id="{F5FA997A-7633-A0A4-31D5-7075EF9F257A}"/>
            </a:ext>
          </a:extLst>
        </p:cNvPr>
        <p:cNvGrpSpPr/>
        <p:nvPr/>
      </p:nvGrpSpPr>
      <p:grpSpPr>
        <a:xfrm>
          <a:off x="0" y="0"/>
          <a:ext cx="0" cy="0"/>
          <a:chOff x="0" y="0"/>
          <a:chExt cx="0" cy="0"/>
        </a:xfrm>
      </p:grpSpPr>
      <p:sp>
        <p:nvSpPr>
          <p:cNvPr id="811" name="Google Shape;811;p29">
            <a:extLst>
              <a:ext uri="{FF2B5EF4-FFF2-40B4-BE49-F238E27FC236}">
                <a16:creationId xmlns:a16="http://schemas.microsoft.com/office/drawing/2014/main" id="{12539066-5B42-D701-AEC4-4E032ECF7AAE}"/>
              </a:ext>
            </a:extLst>
          </p:cNvPr>
          <p:cNvSpPr txBox="1">
            <a:spLocks noGrp="1"/>
          </p:cNvSpPr>
          <p:nvPr>
            <p:ph type="title"/>
          </p:nvPr>
        </p:nvSpPr>
        <p:spPr>
          <a:xfrm>
            <a:off x="3591150" y="1103575"/>
            <a:ext cx="3657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Safety</a:t>
            </a:r>
            <a:endParaRPr/>
          </a:p>
        </p:txBody>
      </p:sp>
      <p:sp>
        <p:nvSpPr>
          <p:cNvPr id="812" name="Google Shape;812;p29">
            <a:extLst>
              <a:ext uri="{FF2B5EF4-FFF2-40B4-BE49-F238E27FC236}">
                <a16:creationId xmlns:a16="http://schemas.microsoft.com/office/drawing/2014/main" id="{D0E812D9-D67F-CE2A-B10E-BF74FD1D9533}"/>
              </a:ext>
            </a:extLst>
          </p:cNvPr>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813" name="Google Shape;813;p29">
            <a:extLst>
              <a:ext uri="{FF2B5EF4-FFF2-40B4-BE49-F238E27FC236}">
                <a16:creationId xmlns:a16="http://schemas.microsoft.com/office/drawing/2014/main" id="{41E149B8-7D2A-0590-1646-D683A29C2D04}"/>
              </a:ext>
            </a:extLst>
          </p:cNvPr>
          <p:cNvGrpSpPr/>
          <p:nvPr/>
        </p:nvGrpSpPr>
        <p:grpSpPr>
          <a:xfrm>
            <a:off x="4683750" y="2574250"/>
            <a:ext cx="4466625" cy="1978850"/>
            <a:chOff x="4683750" y="2574250"/>
            <a:chExt cx="4466625" cy="1978850"/>
          </a:xfrm>
        </p:grpSpPr>
        <p:sp>
          <p:nvSpPr>
            <p:cNvPr id="814" name="Google Shape;814;p29">
              <a:extLst>
                <a:ext uri="{FF2B5EF4-FFF2-40B4-BE49-F238E27FC236}">
                  <a16:creationId xmlns:a16="http://schemas.microsoft.com/office/drawing/2014/main" id="{2F400215-B40D-A378-D6B1-14F2FCA047D1}"/>
                </a:ext>
              </a:extLst>
            </p:cNvPr>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a:extLst>
                <a:ext uri="{FF2B5EF4-FFF2-40B4-BE49-F238E27FC236}">
                  <a16:creationId xmlns:a16="http://schemas.microsoft.com/office/drawing/2014/main" id="{6D5873B5-306E-2722-E6C9-6A41AB176DB7}"/>
                </a:ext>
              </a:extLst>
            </p:cNvPr>
            <p:cNvGrpSpPr/>
            <p:nvPr/>
          </p:nvGrpSpPr>
          <p:grpSpPr>
            <a:xfrm>
              <a:off x="4683750" y="2574250"/>
              <a:ext cx="4460259" cy="1944238"/>
              <a:chOff x="4683750" y="2574250"/>
              <a:chExt cx="4460259" cy="1944238"/>
            </a:xfrm>
          </p:grpSpPr>
          <p:sp>
            <p:nvSpPr>
              <p:cNvPr id="816" name="Google Shape;816;p29">
                <a:extLst>
                  <a:ext uri="{FF2B5EF4-FFF2-40B4-BE49-F238E27FC236}">
                    <a16:creationId xmlns:a16="http://schemas.microsoft.com/office/drawing/2014/main" id="{EAC33D34-0E37-BB18-E996-819A96C6DDAB}"/>
                  </a:ext>
                </a:extLst>
              </p:cNvPr>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a:extLst>
                  <a:ext uri="{FF2B5EF4-FFF2-40B4-BE49-F238E27FC236}">
                    <a16:creationId xmlns:a16="http://schemas.microsoft.com/office/drawing/2014/main" id="{695EC96C-4F0E-9F90-64AB-069A2E4B37F0}"/>
                  </a:ext>
                </a:extLst>
              </p:cNvPr>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a:extLst>
                  <a:ext uri="{FF2B5EF4-FFF2-40B4-BE49-F238E27FC236}">
                    <a16:creationId xmlns:a16="http://schemas.microsoft.com/office/drawing/2014/main" id="{DAF5A947-B6F8-2173-877D-9A0AAD21FF9C}"/>
                  </a:ext>
                </a:extLst>
              </p:cNvPr>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a:extLst>
                  <a:ext uri="{FF2B5EF4-FFF2-40B4-BE49-F238E27FC236}">
                    <a16:creationId xmlns:a16="http://schemas.microsoft.com/office/drawing/2014/main" id="{4745ACB2-C0B3-8519-861A-8971F338CCFC}"/>
                  </a:ext>
                </a:extLst>
              </p:cNvPr>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a:extLst>
                  <a:ext uri="{FF2B5EF4-FFF2-40B4-BE49-F238E27FC236}">
                    <a16:creationId xmlns:a16="http://schemas.microsoft.com/office/drawing/2014/main" id="{1C5FE921-E4D9-B6DA-FE54-560EFAA6424A}"/>
                  </a:ext>
                </a:extLst>
              </p:cNvPr>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a:extLst>
                  <a:ext uri="{FF2B5EF4-FFF2-40B4-BE49-F238E27FC236}">
                    <a16:creationId xmlns:a16="http://schemas.microsoft.com/office/drawing/2014/main" id="{73FFC194-F30C-3F33-0D0C-4BE0D2B07D57}"/>
                  </a:ext>
                </a:extLst>
              </p:cNvPr>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a:extLst>
                  <a:ext uri="{FF2B5EF4-FFF2-40B4-BE49-F238E27FC236}">
                    <a16:creationId xmlns:a16="http://schemas.microsoft.com/office/drawing/2014/main" id="{6951FDBF-5165-A86C-A928-9A0A850C03CC}"/>
                  </a:ext>
                </a:extLst>
              </p:cNvPr>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a:extLst>
                  <a:ext uri="{FF2B5EF4-FFF2-40B4-BE49-F238E27FC236}">
                    <a16:creationId xmlns:a16="http://schemas.microsoft.com/office/drawing/2014/main" id="{67CC1A92-53DC-4A4B-975B-5D7A0B9E679B}"/>
                  </a:ext>
                </a:extLst>
              </p:cNvPr>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a:extLst>
                  <a:ext uri="{FF2B5EF4-FFF2-40B4-BE49-F238E27FC236}">
                    <a16:creationId xmlns:a16="http://schemas.microsoft.com/office/drawing/2014/main" id="{FA96871E-28E9-A6FD-42BD-8D318D34D147}"/>
                  </a:ext>
                </a:extLst>
              </p:cNvPr>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9">
                <a:extLst>
                  <a:ext uri="{FF2B5EF4-FFF2-40B4-BE49-F238E27FC236}">
                    <a16:creationId xmlns:a16="http://schemas.microsoft.com/office/drawing/2014/main" id="{984B77E1-B073-CFA9-8852-3118E9EC257F}"/>
                  </a:ext>
                </a:extLst>
              </p:cNvPr>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a:extLst>
                  <a:ext uri="{FF2B5EF4-FFF2-40B4-BE49-F238E27FC236}">
                    <a16:creationId xmlns:a16="http://schemas.microsoft.com/office/drawing/2014/main" id="{D38ED8CE-DA7B-E857-9DC9-91352EAAC73E}"/>
                  </a:ext>
                </a:extLst>
              </p:cNvPr>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a:extLst>
                  <a:ext uri="{FF2B5EF4-FFF2-40B4-BE49-F238E27FC236}">
                    <a16:creationId xmlns:a16="http://schemas.microsoft.com/office/drawing/2014/main" id="{BB3963A9-ED46-51D4-2422-260BBA7A2E2B}"/>
                  </a:ext>
                </a:extLst>
              </p:cNvPr>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a:extLst>
                  <a:ext uri="{FF2B5EF4-FFF2-40B4-BE49-F238E27FC236}">
                    <a16:creationId xmlns:a16="http://schemas.microsoft.com/office/drawing/2014/main" id="{5BF7705D-E0E4-EBBE-01B3-5AD555B0F796}"/>
                  </a:ext>
                </a:extLst>
              </p:cNvPr>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a:extLst>
                  <a:ext uri="{FF2B5EF4-FFF2-40B4-BE49-F238E27FC236}">
                    <a16:creationId xmlns:a16="http://schemas.microsoft.com/office/drawing/2014/main" id="{0D2E4B35-7E88-14D3-14FB-7758ED66C67A}"/>
                  </a:ext>
                </a:extLst>
              </p:cNvPr>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a:extLst>
                  <a:ext uri="{FF2B5EF4-FFF2-40B4-BE49-F238E27FC236}">
                    <a16:creationId xmlns:a16="http://schemas.microsoft.com/office/drawing/2014/main" id="{0E645568-5E54-967E-5460-C6F37F515EC7}"/>
                  </a:ext>
                </a:extLst>
              </p:cNvPr>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a:extLst>
                  <a:ext uri="{FF2B5EF4-FFF2-40B4-BE49-F238E27FC236}">
                    <a16:creationId xmlns:a16="http://schemas.microsoft.com/office/drawing/2014/main" id="{A1F762E6-1967-C8EB-A77E-61E03AA63044}"/>
                  </a:ext>
                </a:extLst>
              </p:cNvPr>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a:extLst>
                  <a:ext uri="{FF2B5EF4-FFF2-40B4-BE49-F238E27FC236}">
                    <a16:creationId xmlns:a16="http://schemas.microsoft.com/office/drawing/2014/main" id="{08215115-3136-5248-0F4A-84F6C06A1A1F}"/>
                  </a:ext>
                </a:extLst>
              </p:cNvPr>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a:extLst>
                  <a:ext uri="{FF2B5EF4-FFF2-40B4-BE49-F238E27FC236}">
                    <a16:creationId xmlns:a16="http://schemas.microsoft.com/office/drawing/2014/main" id="{FC1D97C2-E04E-8D50-D970-48FBD37608E8}"/>
                  </a:ext>
                </a:extLst>
              </p:cNvPr>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a:extLst>
                  <a:ext uri="{FF2B5EF4-FFF2-40B4-BE49-F238E27FC236}">
                    <a16:creationId xmlns:a16="http://schemas.microsoft.com/office/drawing/2014/main" id="{BA0134AC-B894-D578-486E-0D7AE4B293FB}"/>
                  </a:ext>
                </a:extLst>
              </p:cNvPr>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a:extLst>
                  <a:ext uri="{FF2B5EF4-FFF2-40B4-BE49-F238E27FC236}">
                    <a16:creationId xmlns:a16="http://schemas.microsoft.com/office/drawing/2014/main" id="{FAC2AA72-AE1A-58AF-FCCA-40BF828C4698}"/>
                  </a:ext>
                </a:extLst>
              </p:cNvPr>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a:extLst>
                  <a:ext uri="{FF2B5EF4-FFF2-40B4-BE49-F238E27FC236}">
                    <a16:creationId xmlns:a16="http://schemas.microsoft.com/office/drawing/2014/main" id="{579FDC80-AC12-BB2F-2D53-ABD20A42CE30}"/>
                  </a:ext>
                </a:extLst>
              </p:cNvPr>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a:extLst>
                  <a:ext uri="{FF2B5EF4-FFF2-40B4-BE49-F238E27FC236}">
                    <a16:creationId xmlns:a16="http://schemas.microsoft.com/office/drawing/2014/main" id="{8D3007DC-FDD8-FDBE-C631-0395BA14988D}"/>
                  </a:ext>
                </a:extLst>
              </p:cNvPr>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a:extLst>
                  <a:ext uri="{FF2B5EF4-FFF2-40B4-BE49-F238E27FC236}">
                    <a16:creationId xmlns:a16="http://schemas.microsoft.com/office/drawing/2014/main" id="{2BBD52C4-6E11-6417-9AF9-9708313BEB39}"/>
                  </a:ext>
                </a:extLst>
              </p:cNvPr>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a:extLst>
                  <a:ext uri="{FF2B5EF4-FFF2-40B4-BE49-F238E27FC236}">
                    <a16:creationId xmlns:a16="http://schemas.microsoft.com/office/drawing/2014/main" id="{0C992820-0AB6-FF07-0FDD-9F64246FE8C8}"/>
                  </a:ext>
                </a:extLst>
              </p:cNvPr>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a:extLst>
                  <a:ext uri="{FF2B5EF4-FFF2-40B4-BE49-F238E27FC236}">
                    <a16:creationId xmlns:a16="http://schemas.microsoft.com/office/drawing/2014/main" id="{702DFA78-B3FB-4862-E5AA-B1854B187852}"/>
                  </a:ext>
                </a:extLst>
              </p:cNvPr>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a:extLst>
                  <a:ext uri="{FF2B5EF4-FFF2-40B4-BE49-F238E27FC236}">
                    <a16:creationId xmlns:a16="http://schemas.microsoft.com/office/drawing/2014/main" id="{4C6584FF-9F5E-607B-35A7-B8D6F4B7CC69}"/>
                  </a:ext>
                </a:extLst>
              </p:cNvPr>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a:extLst>
                  <a:ext uri="{FF2B5EF4-FFF2-40B4-BE49-F238E27FC236}">
                    <a16:creationId xmlns:a16="http://schemas.microsoft.com/office/drawing/2014/main" id="{9AF6E1EC-5CE5-7115-9D82-932986F0A0A0}"/>
                  </a:ext>
                </a:extLst>
              </p:cNvPr>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a:extLst>
                  <a:ext uri="{FF2B5EF4-FFF2-40B4-BE49-F238E27FC236}">
                    <a16:creationId xmlns:a16="http://schemas.microsoft.com/office/drawing/2014/main" id="{8DFA6449-153A-EA11-62E6-547B231E8165}"/>
                  </a:ext>
                </a:extLst>
              </p:cNvPr>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a:extLst>
                  <a:ext uri="{FF2B5EF4-FFF2-40B4-BE49-F238E27FC236}">
                    <a16:creationId xmlns:a16="http://schemas.microsoft.com/office/drawing/2014/main" id="{3E7BA382-652B-E809-03A1-36551E6B314F}"/>
                  </a:ext>
                </a:extLst>
              </p:cNvPr>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a:extLst>
                  <a:ext uri="{FF2B5EF4-FFF2-40B4-BE49-F238E27FC236}">
                    <a16:creationId xmlns:a16="http://schemas.microsoft.com/office/drawing/2014/main" id="{62A03801-AABA-7CFD-4ECC-775B8DDB94D5}"/>
                  </a:ext>
                </a:extLst>
              </p:cNvPr>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a:extLst>
                  <a:ext uri="{FF2B5EF4-FFF2-40B4-BE49-F238E27FC236}">
                    <a16:creationId xmlns:a16="http://schemas.microsoft.com/office/drawing/2014/main" id="{7AE19224-F374-4BF1-1240-5D51583E17D6}"/>
                  </a:ext>
                </a:extLst>
              </p:cNvPr>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a:extLst>
                  <a:ext uri="{FF2B5EF4-FFF2-40B4-BE49-F238E27FC236}">
                    <a16:creationId xmlns:a16="http://schemas.microsoft.com/office/drawing/2014/main" id="{11CCC9C3-C130-0FAB-A7EB-660608B7C493}"/>
                  </a:ext>
                </a:extLst>
              </p:cNvPr>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a:extLst>
                  <a:ext uri="{FF2B5EF4-FFF2-40B4-BE49-F238E27FC236}">
                    <a16:creationId xmlns:a16="http://schemas.microsoft.com/office/drawing/2014/main" id="{478132C9-3344-EDD5-2133-46C125F81021}"/>
                  </a:ext>
                </a:extLst>
              </p:cNvPr>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a:extLst>
              <a:ext uri="{FF2B5EF4-FFF2-40B4-BE49-F238E27FC236}">
                <a16:creationId xmlns:a16="http://schemas.microsoft.com/office/drawing/2014/main" id="{6939FCE1-3616-21E6-1650-E6AB1CD17B94}"/>
              </a:ext>
            </a:extLst>
          </p:cNvPr>
          <p:cNvGrpSpPr/>
          <p:nvPr/>
        </p:nvGrpSpPr>
        <p:grpSpPr>
          <a:xfrm>
            <a:off x="933669" y="3458269"/>
            <a:ext cx="6604489" cy="1060233"/>
            <a:chOff x="2237800" y="2833350"/>
            <a:chExt cx="6107351" cy="980426"/>
          </a:xfrm>
        </p:grpSpPr>
        <p:sp>
          <p:nvSpPr>
            <p:cNvPr id="850" name="Google Shape;850;p29">
              <a:extLst>
                <a:ext uri="{FF2B5EF4-FFF2-40B4-BE49-F238E27FC236}">
                  <a16:creationId xmlns:a16="http://schemas.microsoft.com/office/drawing/2014/main" id="{B97F5AEA-DC81-53A6-7498-A3D9E7188AE3}"/>
                </a:ext>
              </a:extLst>
            </p:cNvPr>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a:extLst>
                <a:ext uri="{FF2B5EF4-FFF2-40B4-BE49-F238E27FC236}">
                  <a16:creationId xmlns:a16="http://schemas.microsoft.com/office/drawing/2014/main" id="{AF03089E-817E-6859-D233-339ECE376ACA}"/>
                </a:ext>
              </a:extLst>
            </p:cNvPr>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a:extLst>
                <a:ext uri="{FF2B5EF4-FFF2-40B4-BE49-F238E27FC236}">
                  <a16:creationId xmlns:a16="http://schemas.microsoft.com/office/drawing/2014/main" id="{33F971FF-DF6C-16EC-3C4D-224784FCA821}"/>
                </a:ext>
              </a:extLst>
            </p:cNvPr>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a:extLst>
                <a:ext uri="{FF2B5EF4-FFF2-40B4-BE49-F238E27FC236}">
                  <a16:creationId xmlns:a16="http://schemas.microsoft.com/office/drawing/2014/main" id="{D2033371-C6BE-C352-F13D-0FB3AF80A8B6}"/>
                </a:ext>
              </a:extLst>
            </p:cNvPr>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a:extLst>
                <a:ext uri="{FF2B5EF4-FFF2-40B4-BE49-F238E27FC236}">
                  <a16:creationId xmlns:a16="http://schemas.microsoft.com/office/drawing/2014/main" id="{BFF9FE80-C79F-959F-4FAB-5AAFDB5E7430}"/>
                </a:ext>
              </a:extLst>
            </p:cNvPr>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a:extLst>
                <a:ext uri="{FF2B5EF4-FFF2-40B4-BE49-F238E27FC236}">
                  <a16:creationId xmlns:a16="http://schemas.microsoft.com/office/drawing/2014/main" id="{DDE6CCEE-2CD4-6B44-B7AD-3904CA302816}"/>
                </a:ext>
              </a:extLst>
            </p:cNvPr>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a:extLst>
                <a:ext uri="{FF2B5EF4-FFF2-40B4-BE49-F238E27FC236}">
                  <a16:creationId xmlns:a16="http://schemas.microsoft.com/office/drawing/2014/main" id="{E0F8C075-3465-E55A-6B1C-1B4E43A738CD}"/>
                </a:ext>
              </a:extLst>
            </p:cNvPr>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a:extLst>
                <a:ext uri="{FF2B5EF4-FFF2-40B4-BE49-F238E27FC236}">
                  <a16:creationId xmlns:a16="http://schemas.microsoft.com/office/drawing/2014/main" id="{E22452B7-3AA8-5FCC-D6DA-44565DE94A9C}"/>
                </a:ext>
              </a:extLst>
            </p:cNvPr>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a:extLst>
                <a:ext uri="{FF2B5EF4-FFF2-40B4-BE49-F238E27FC236}">
                  <a16:creationId xmlns:a16="http://schemas.microsoft.com/office/drawing/2014/main" id="{219F4713-C6ED-8500-185F-C6A221A88403}"/>
                </a:ext>
              </a:extLst>
            </p:cNvPr>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a:extLst>
                <a:ext uri="{FF2B5EF4-FFF2-40B4-BE49-F238E27FC236}">
                  <a16:creationId xmlns:a16="http://schemas.microsoft.com/office/drawing/2014/main" id="{9E7D4860-5E5A-1FEB-A803-6CA2F9E7ABD4}"/>
                </a:ext>
              </a:extLst>
            </p:cNvPr>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a:extLst>
                <a:ext uri="{FF2B5EF4-FFF2-40B4-BE49-F238E27FC236}">
                  <a16:creationId xmlns:a16="http://schemas.microsoft.com/office/drawing/2014/main" id="{1F48859A-3E91-5EA0-2FBA-74A9A84DC33A}"/>
                </a:ext>
              </a:extLst>
            </p:cNvPr>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a:extLst>
                <a:ext uri="{FF2B5EF4-FFF2-40B4-BE49-F238E27FC236}">
                  <a16:creationId xmlns:a16="http://schemas.microsoft.com/office/drawing/2014/main" id="{B89417CD-BC50-0F7E-CDB2-992CCCEF2539}"/>
                </a:ext>
              </a:extLst>
            </p:cNvPr>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a:extLst>
                <a:ext uri="{FF2B5EF4-FFF2-40B4-BE49-F238E27FC236}">
                  <a16:creationId xmlns:a16="http://schemas.microsoft.com/office/drawing/2014/main" id="{E5F05E4F-6CD5-E0A9-021D-8E183F6F64AF}"/>
                </a:ext>
              </a:extLst>
            </p:cNvPr>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a:extLst>
                <a:ext uri="{FF2B5EF4-FFF2-40B4-BE49-F238E27FC236}">
                  <a16:creationId xmlns:a16="http://schemas.microsoft.com/office/drawing/2014/main" id="{D8C1A69E-B0CC-93FC-D51F-3FFBB4BCF934}"/>
                </a:ext>
              </a:extLst>
            </p:cNvPr>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a:extLst>
                <a:ext uri="{FF2B5EF4-FFF2-40B4-BE49-F238E27FC236}">
                  <a16:creationId xmlns:a16="http://schemas.microsoft.com/office/drawing/2014/main" id="{369C97D1-4318-FDAF-A3FD-453F078EB8A1}"/>
                </a:ext>
              </a:extLst>
            </p:cNvPr>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a:extLst>
                <a:ext uri="{FF2B5EF4-FFF2-40B4-BE49-F238E27FC236}">
                  <a16:creationId xmlns:a16="http://schemas.microsoft.com/office/drawing/2014/main" id="{91D52D44-E583-BB8A-C301-5EC68F75E474}"/>
                </a:ext>
              </a:extLst>
            </p:cNvPr>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a:extLst>
                <a:ext uri="{FF2B5EF4-FFF2-40B4-BE49-F238E27FC236}">
                  <a16:creationId xmlns:a16="http://schemas.microsoft.com/office/drawing/2014/main" id="{BB668516-59B5-4846-E0E7-963247271068}"/>
                </a:ext>
              </a:extLst>
            </p:cNvPr>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a:extLst>
                <a:ext uri="{FF2B5EF4-FFF2-40B4-BE49-F238E27FC236}">
                  <a16:creationId xmlns:a16="http://schemas.microsoft.com/office/drawing/2014/main" id="{F61C2B06-5216-6B2C-74BE-644FBC8FEF91}"/>
                </a:ext>
              </a:extLst>
            </p:cNvPr>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a:extLst>
                <a:ext uri="{FF2B5EF4-FFF2-40B4-BE49-F238E27FC236}">
                  <a16:creationId xmlns:a16="http://schemas.microsoft.com/office/drawing/2014/main" id="{1DEDA67F-289F-2B3F-C5E5-7B998E12C83B}"/>
                </a:ext>
              </a:extLst>
            </p:cNvPr>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a:extLst>
                <a:ext uri="{FF2B5EF4-FFF2-40B4-BE49-F238E27FC236}">
                  <a16:creationId xmlns:a16="http://schemas.microsoft.com/office/drawing/2014/main" id="{2ADF9778-5FDC-17C4-F82B-ACD31D0A5522}"/>
                </a:ext>
              </a:extLst>
            </p:cNvPr>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a:extLst>
                <a:ext uri="{FF2B5EF4-FFF2-40B4-BE49-F238E27FC236}">
                  <a16:creationId xmlns:a16="http://schemas.microsoft.com/office/drawing/2014/main" id="{9D37E4E5-D222-CC2F-C644-5F752B670A31}"/>
                </a:ext>
              </a:extLst>
            </p:cNvPr>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a:extLst>
                <a:ext uri="{FF2B5EF4-FFF2-40B4-BE49-F238E27FC236}">
                  <a16:creationId xmlns:a16="http://schemas.microsoft.com/office/drawing/2014/main" id="{816BE51F-1CD5-C5F5-08D4-506FF772BA95}"/>
                </a:ext>
              </a:extLst>
            </p:cNvPr>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a:extLst>
                <a:ext uri="{FF2B5EF4-FFF2-40B4-BE49-F238E27FC236}">
                  <a16:creationId xmlns:a16="http://schemas.microsoft.com/office/drawing/2014/main" id="{7D536814-DB37-3880-B994-7A86AEB877B8}"/>
                </a:ext>
              </a:extLst>
            </p:cNvPr>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a:extLst>
                <a:ext uri="{FF2B5EF4-FFF2-40B4-BE49-F238E27FC236}">
                  <a16:creationId xmlns:a16="http://schemas.microsoft.com/office/drawing/2014/main" id="{12013D2C-2055-23D5-0B5D-D370EBA5700E}"/>
                </a:ext>
              </a:extLst>
            </p:cNvPr>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a:extLst>
                <a:ext uri="{FF2B5EF4-FFF2-40B4-BE49-F238E27FC236}">
                  <a16:creationId xmlns:a16="http://schemas.microsoft.com/office/drawing/2014/main" id="{A230A412-70D3-FA60-4A94-13503F7BCFEA}"/>
                </a:ext>
              </a:extLst>
            </p:cNvPr>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a:extLst>
                <a:ext uri="{FF2B5EF4-FFF2-40B4-BE49-F238E27FC236}">
                  <a16:creationId xmlns:a16="http://schemas.microsoft.com/office/drawing/2014/main" id="{566296D8-C97F-6E75-7972-4D634FFBF0F4}"/>
                </a:ext>
              </a:extLst>
            </p:cNvPr>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a:extLst>
                <a:ext uri="{FF2B5EF4-FFF2-40B4-BE49-F238E27FC236}">
                  <a16:creationId xmlns:a16="http://schemas.microsoft.com/office/drawing/2014/main" id="{911EBC3B-CC5F-E5D9-F821-F68CCAD8DBE1}"/>
                </a:ext>
              </a:extLst>
            </p:cNvPr>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a:extLst>
                <a:ext uri="{FF2B5EF4-FFF2-40B4-BE49-F238E27FC236}">
                  <a16:creationId xmlns:a16="http://schemas.microsoft.com/office/drawing/2014/main" id="{021A6FA1-EB17-D93C-B28E-B3B7DCDC82AE}"/>
                </a:ext>
              </a:extLst>
            </p:cNvPr>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a:extLst>
                <a:ext uri="{FF2B5EF4-FFF2-40B4-BE49-F238E27FC236}">
                  <a16:creationId xmlns:a16="http://schemas.microsoft.com/office/drawing/2014/main" id="{280305D6-EF7D-C8D0-BBE6-86F1E3777387}"/>
                </a:ext>
              </a:extLst>
            </p:cNvPr>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a:extLst>
                <a:ext uri="{FF2B5EF4-FFF2-40B4-BE49-F238E27FC236}">
                  <a16:creationId xmlns:a16="http://schemas.microsoft.com/office/drawing/2014/main" id="{1E3610BC-DDF6-45DB-BB75-906CCBFC9E1E}"/>
                </a:ext>
              </a:extLst>
            </p:cNvPr>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a:extLst>
                <a:ext uri="{FF2B5EF4-FFF2-40B4-BE49-F238E27FC236}">
                  <a16:creationId xmlns:a16="http://schemas.microsoft.com/office/drawing/2014/main" id="{1D9454C7-7633-C4A9-4528-E39C1E53EEFC}"/>
                </a:ext>
              </a:extLst>
            </p:cNvPr>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a:extLst>
                <a:ext uri="{FF2B5EF4-FFF2-40B4-BE49-F238E27FC236}">
                  <a16:creationId xmlns:a16="http://schemas.microsoft.com/office/drawing/2014/main" id="{C1A19108-DCBF-A29C-65A5-CB5D71219E9A}"/>
                </a:ext>
              </a:extLst>
            </p:cNvPr>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a:extLst>
                <a:ext uri="{FF2B5EF4-FFF2-40B4-BE49-F238E27FC236}">
                  <a16:creationId xmlns:a16="http://schemas.microsoft.com/office/drawing/2014/main" id="{09303077-B0CC-818A-907A-B568D3898E41}"/>
                </a:ext>
              </a:extLst>
            </p:cNvPr>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a:extLst>
                <a:ext uri="{FF2B5EF4-FFF2-40B4-BE49-F238E27FC236}">
                  <a16:creationId xmlns:a16="http://schemas.microsoft.com/office/drawing/2014/main" id="{35296EA3-FBF5-7103-4056-A44AE0EA8AA8}"/>
                </a:ext>
              </a:extLst>
            </p:cNvPr>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a:extLst>
                <a:ext uri="{FF2B5EF4-FFF2-40B4-BE49-F238E27FC236}">
                  <a16:creationId xmlns:a16="http://schemas.microsoft.com/office/drawing/2014/main" id="{8D2FA368-5DB0-9A0A-D2F5-4AF2943E8C05}"/>
                </a:ext>
              </a:extLst>
            </p:cNvPr>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a:extLst>
                <a:ext uri="{FF2B5EF4-FFF2-40B4-BE49-F238E27FC236}">
                  <a16:creationId xmlns:a16="http://schemas.microsoft.com/office/drawing/2014/main" id="{C69D307F-B20E-9D86-303A-042BAE027FB0}"/>
                </a:ext>
              </a:extLst>
            </p:cNvPr>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a:extLst>
                <a:ext uri="{FF2B5EF4-FFF2-40B4-BE49-F238E27FC236}">
                  <a16:creationId xmlns:a16="http://schemas.microsoft.com/office/drawing/2014/main" id="{48596AE9-5E2C-A248-EA21-1D6AA9FFA591}"/>
                </a:ext>
              </a:extLst>
            </p:cNvPr>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a:extLst>
                <a:ext uri="{FF2B5EF4-FFF2-40B4-BE49-F238E27FC236}">
                  <a16:creationId xmlns:a16="http://schemas.microsoft.com/office/drawing/2014/main" id="{8D7B65FF-D496-2314-AA56-B4E1EC2ADAFD}"/>
                </a:ext>
              </a:extLst>
            </p:cNvPr>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a:extLst>
                <a:ext uri="{FF2B5EF4-FFF2-40B4-BE49-F238E27FC236}">
                  <a16:creationId xmlns:a16="http://schemas.microsoft.com/office/drawing/2014/main" id="{7EDE6347-DDE6-1E93-6C09-1FA1DC4EA149}"/>
                </a:ext>
              </a:extLst>
            </p:cNvPr>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a:extLst>
                <a:ext uri="{FF2B5EF4-FFF2-40B4-BE49-F238E27FC236}">
                  <a16:creationId xmlns:a16="http://schemas.microsoft.com/office/drawing/2014/main" id="{7407A823-68B1-9281-8C43-ED1DF0B4ED05}"/>
                </a:ext>
              </a:extLst>
            </p:cNvPr>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a:extLst>
                <a:ext uri="{FF2B5EF4-FFF2-40B4-BE49-F238E27FC236}">
                  <a16:creationId xmlns:a16="http://schemas.microsoft.com/office/drawing/2014/main" id="{EAEA0177-B0D7-1B77-E56A-228D099DC872}"/>
                </a:ext>
              </a:extLst>
            </p:cNvPr>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a:extLst>
                <a:ext uri="{FF2B5EF4-FFF2-40B4-BE49-F238E27FC236}">
                  <a16:creationId xmlns:a16="http://schemas.microsoft.com/office/drawing/2014/main" id="{925D19E1-25D4-91B7-7A0E-6496F3AA8EF6}"/>
                </a:ext>
              </a:extLst>
            </p:cNvPr>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a:extLst>
                <a:ext uri="{FF2B5EF4-FFF2-40B4-BE49-F238E27FC236}">
                  <a16:creationId xmlns:a16="http://schemas.microsoft.com/office/drawing/2014/main" id="{AE62F93B-C70D-A0D2-8993-5647BA91512B}"/>
                </a:ext>
              </a:extLst>
            </p:cNvPr>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a:extLst>
                <a:ext uri="{FF2B5EF4-FFF2-40B4-BE49-F238E27FC236}">
                  <a16:creationId xmlns:a16="http://schemas.microsoft.com/office/drawing/2014/main" id="{2A2BECB4-83B6-368C-7B77-B8DCFEE09325}"/>
                </a:ext>
              </a:extLst>
            </p:cNvPr>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a:extLst>
                <a:ext uri="{FF2B5EF4-FFF2-40B4-BE49-F238E27FC236}">
                  <a16:creationId xmlns:a16="http://schemas.microsoft.com/office/drawing/2014/main" id="{9067008C-DDD7-2A40-3F4E-8F12FDCB0D86}"/>
                </a:ext>
              </a:extLst>
            </p:cNvPr>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a:extLst>
                <a:ext uri="{FF2B5EF4-FFF2-40B4-BE49-F238E27FC236}">
                  <a16:creationId xmlns:a16="http://schemas.microsoft.com/office/drawing/2014/main" id="{481F4528-3AF4-528B-3188-D9E443C5E7C5}"/>
                </a:ext>
              </a:extLst>
            </p:cNvPr>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a:extLst>
                <a:ext uri="{FF2B5EF4-FFF2-40B4-BE49-F238E27FC236}">
                  <a16:creationId xmlns:a16="http://schemas.microsoft.com/office/drawing/2014/main" id="{0AF72A8D-A830-BD63-9336-AF6824331895}"/>
                </a:ext>
              </a:extLst>
            </p:cNvPr>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a:extLst>
                <a:ext uri="{FF2B5EF4-FFF2-40B4-BE49-F238E27FC236}">
                  <a16:creationId xmlns:a16="http://schemas.microsoft.com/office/drawing/2014/main" id="{FCBEDF49-C9C8-6A0E-61A7-A2E84F0C9202}"/>
                </a:ext>
              </a:extLst>
            </p:cNvPr>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a:extLst>
                <a:ext uri="{FF2B5EF4-FFF2-40B4-BE49-F238E27FC236}">
                  <a16:creationId xmlns:a16="http://schemas.microsoft.com/office/drawing/2014/main" id="{AB44A530-191C-A87C-0B80-EE25DDBADF03}"/>
                </a:ext>
              </a:extLst>
            </p:cNvPr>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a:extLst>
                <a:ext uri="{FF2B5EF4-FFF2-40B4-BE49-F238E27FC236}">
                  <a16:creationId xmlns:a16="http://schemas.microsoft.com/office/drawing/2014/main" id="{0AC54342-95D9-72D5-9744-ED30356B03BB}"/>
                </a:ext>
              </a:extLst>
            </p:cNvPr>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a:extLst>
                <a:ext uri="{FF2B5EF4-FFF2-40B4-BE49-F238E27FC236}">
                  <a16:creationId xmlns:a16="http://schemas.microsoft.com/office/drawing/2014/main" id="{A309161A-7C6E-4BDE-1259-B776E5F60BF2}"/>
                </a:ext>
              </a:extLst>
            </p:cNvPr>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a:extLst>
                <a:ext uri="{FF2B5EF4-FFF2-40B4-BE49-F238E27FC236}">
                  <a16:creationId xmlns:a16="http://schemas.microsoft.com/office/drawing/2014/main" id="{DF71B2CF-951C-3553-1F7F-6D3B677C981E}"/>
                </a:ext>
              </a:extLst>
            </p:cNvPr>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a:extLst>
                <a:ext uri="{FF2B5EF4-FFF2-40B4-BE49-F238E27FC236}">
                  <a16:creationId xmlns:a16="http://schemas.microsoft.com/office/drawing/2014/main" id="{583BD4BC-F76A-B46C-095A-574D564C4F76}"/>
                </a:ext>
              </a:extLst>
            </p:cNvPr>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a:extLst>
                <a:ext uri="{FF2B5EF4-FFF2-40B4-BE49-F238E27FC236}">
                  <a16:creationId xmlns:a16="http://schemas.microsoft.com/office/drawing/2014/main" id="{9A1DF23E-CD6B-3A67-7E59-464621DC86BB}"/>
                </a:ext>
              </a:extLst>
            </p:cNvPr>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a:extLst>
                <a:ext uri="{FF2B5EF4-FFF2-40B4-BE49-F238E27FC236}">
                  <a16:creationId xmlns:a16="http://schemas.microsoft.com/office/drawing/2014/main" id="{4BDBCC06-7F38-5791-5D3F-E3672CAE0C03}"/>
                </a:ext>
              </a:extLst>
            </p:cNvPr>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a:extLst>
                <a:ext uri="{FF2B5EF4-FFF2-40B4-BE49-F238E27FC236}">
                  <a16:creationId xmlns:a16="http://schemas.microsoft.com/office/drawing/2014/main" id="{B072DAE7-BFD5-CC46-9A72-DF9E4B41C183}"/>
                </a:ext>
              </a:extLst>
            </p:cNvPr>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a:extLst>
                <a:ext uri="{FF2B5EF4-FFF2-40B4-BE49-F238E27FC236}">
                  <a16:creationId xmlns:a16="http://schemas.microsoft.com/office/drawing/2014/main" id="{EF90B190-10E1-210F-5549-AFE8B0FAF709}"/>
                </a:ext>
              </a:extLst>
            </p:cNvPr>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a:extLst>
                <a:ext uri="{FF2B5EF4-FFF2-40B4-BE49-F238E27FC236}">
                  <a16:creationId xmlns:a16="http://schemas.microsoft.com/office/drawing/2014/main" id="{4CFCF606-11C6-8DBB-E0D5-91FD1D0A7772}"/>
                </a:ext>
              </a:extLst>
            </p:cNvPr>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a:extLst>
                <a:ext uri="{FF2B5EF4-FFF2-40B4-BE49-F238E27FC236}">
                  <a16:creationId xmlns:a16="http://schemas.microsoft.com/office/drawing/2014/main" id="{08A4B64D-F2FD-3A33-2245-1A2557D698B1}"/>
                </a:ext>
              </a:extLst>
            </p:cNvPr>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a:extLst>
                <a:ext uri="{FF2B5EF4-FFF2-40B4-BE49-F238E27FC236}">
                  <a16:creationId xmlns:a16="http://schemas.microsoft.com/office/drawing/2014/main" id="{2D6ABCCD-9AC2-F34D-1078-31C8C4BDF87F}"/>
                </a:ext>
              </a:extLst>
            </p:cNvPr>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a:extLst>
                <a:ext uri="{FF2B5EF4-FFF2-40B4-BE49-F238E27FC236}">
                  <a16:creationId xmlns:a16="http://schemas.microsoft.com/office/drawing/2014/main" id="{FE6B8D9B-33DA-AB27-DFE1-70475878C20F}"/>
                </a:ext>
              </a:extLst>
            </p:cNvPr>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a:extLst>
                <a:ext uri="{FF2B5EF4-FFF2-40B4-BE49-F238E27FC236}">
                  <a16:creationId xmlns:a16="http://schemas.microsoft.com/office/drawing/2014/main" id="{8B804CC2-2F43-9958-19ED-720301B21818}"/>
                </a:ext>
              </a:extLst>
            </p:cNvPr>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a:extLst>
                <a:ext uri="{FF2B5EF4-FFF2-40B4-BE49-F238E27FC236}">
                  <a16:creationId xmlns:a16="http://schemas.microsoft.com/office/drawing/2014/main" id="{E01593A6-8DBB-5FD3-A86C-3E0E1DB4C98F}"/>
                </a:ext>
              </a:extLst>
            </p:cNvPr>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a:extLst>
                <a:ext uri="{FF2B5EF4-FFF2-40B4-BE49-F238E27FC236}">
                  <a16:creationId xmlns:a16="http://schemas.microsoft.com/office/drawing/2014/main" id="{B34AB132-1DA0-901C-B927-CCFBD5548D9C}"/>
                </a:ext>
              </a:extLst>
            </p:cNvPr>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6CA74C88-CBCF-0F0E-75ED-591E469B2F1C}"/>
                </a:ext>
              </a:extLst>
            </p:cNvPr>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a:extLst>
                <a:ext uri="{FF2B5EF4-FFF2-40B4-BE49-F238E27FC236}">
                  <a16:creationId xmlns:a16="http://schemas.microsoft.com/office/drawing/2014/main" id="{61FD7A40-FA0F-93F9-5B9B-649D3C80625F}"/>
                </a:ext>
              </a:extLst>
            </p:cNvPr>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a:extLst>
                <a:ext uri="{FF2B5EF4-FFF2-40B4-BE49-F238E27FC236}">
                  <a16:creationId xmlns:a16="http://schemas.microsoft.com/office/drawing/2014/main" id="{62A7FD83-6CD1-82D3-5AF7-79D5FCF200AF}"/>
                </a:ext>
              </a:extLst>
            </p:cNvPr>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a:extLst>
                <a:ext uri="{FF2B5EF4-FFF2-40B4-BE49-F238E27FC236}">
                  <a16:creationId xmlns:a16="http://schemas.microsoft.com/office/drawing/2014/main" id="{D0CAE504-E6A6-66DD-E0C5-3837A22D0310}"/>
                </a:ext>
              </a:extLst>
            </p:cNvPr>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a:extLst>
                <a:ext uri="{FF2B5EF4-FFF2-40B4-BE49-F238E27FC236}">
                  <a16:creationId xmlns:a16="http://schemas.microsoft.com/office/drawing/2014/main" id="{3683B523-F226-6EBC-D031-4C6BC4DDB4DE}"/>
                </a:ext>
              </a:extLst>
            </p:cNvPr>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a:extLst>
                <a:ext uri="{FF2B5EF4-FFF2-40B4-BE49-F238E27FC236}">
                  <a16:creationId xmlns:a16="http://schemas.microsoft.com/office/drawing/2014/main" id="{1962FD87-0CD8-0FD5-03D1-250A1EF75DE7}"/>
                </a:ext>
              </a:extLst>
            </p:cNvPr>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a:extLst>
                <a:ext uri="{FF2B5EF4-FFF2-40B4-BE49-F238E27FC236}">
                  <a16:creationId xmlns:a16="http://schemas.microsoft.com/office/drawing/2014/main" id="{1AC22B97-465E-A75F-F831-5B893271F2C6}"/>
                </a:ext>
              </a:extLst>
            </p:cNvPr>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a:extLst>
                <a:ext uri="{FF2B5EF4-FFF2-40B4-BE49-F238E27FC236}">
                  <a16:creationId xmlns:a16="http://schemas.microsoft.com/office/drawing/2014/main" id="{B3FD7433-8E59-5BA6-4E8C-060BEF10520A}"/>
                </a:ext>
              </a:extLst>
            </p:cNvPr>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a:extLst>
                <a:ext uri="{FF2B5EF4-FFF2-40B4-BE49-F238E27FC236}">
                  <a16:creationId xmlns:a16="http://schemas.microsoft.com/office/drawing/2014/main" id="{2FC93D51-3F2D-F19B-72DB-370E322CBBD6}"/>
                </a:ext>
              </a:extLst>
            </p:cNvPr>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a:extLst>
                <a:ext uri="{FF2B5EF4-FFF2-40B4-BE49-F238E27FC236}">
                  <a16:creationId xmlns:a16="http://schemas.microsoft.com/office/drawing/2014/main" id="{3FFDFDBE-F3C7-7308-75EC-37B56CB3EBBE}"/>
                </a:ext>
              </a:extLst>
            </p:cNvPr>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a:extLst>
                <a:ext uri="{FF2B5EF4-FFF2-40B4-BE49-F238E27FC236}">
                  <a16:creationId xmlns:a16="http://schemas.microsoft.com/office/drawing/2014/main" id="{38C5F08A-3652-B6E7-B128-87F131613652}"/>
                </a:ext>
              </a:extLst>
            </p:cNvPr>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a:extLst>
                <a:ext uri="{FF2B5EF4-FFF2-40B4-BE49-F238E27FC236}">
                  <a16:creationId xmlns:a16="http://schemas.microsoft.com/office/drawing/2014/main" id="{28C74FDA-23CA-E308-9449-CD9F5C5814B3}"/>
                </a:ext>
              </a:extLst>
            </p:cNvPr>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a:extLst>
                <a:ext uri="{FF2B5EF4-FFF2-40B4-BE49-F238E27FC236}">
                  <a16:creationId xmlns:a16="http://schemas.microsoft.com/office/drawing/2014/main" id="{5D53501A-737A-7984-DA24-670F3EDAB59A}"/>
                </a:ext>
              </a:extLst>
            </p:cNvPr>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a:extLst>
                <a:ext uri="{FF2B5EF4-FFF2-40B4-BE49-F238E27FC236}">
                  <a16:creationId xmlns:a16="http://schemas.microsoft.com/office/drawing/2014/main" id="{9BE55675-D7B7-2561-BC98-EFCCB33D4E35}"/>
                </a:ext>
              </a:extLst>
            </p:cNvPr>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a:extLst>
                <a:ext uri="{FF2B5EF4-FFF2-40B4-BE49-F238E27FC236}">
                  <a16:creationId xmlns:a16="http://schemas.microsoft.com/office/drawing/2014/main" id="{696037EE-056E-00D6-945C-4C514B047803}"/>
                </a:ext>
              </a:extLst>
            </p:cNvPr>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a:extLst>
                <a:ext uri="{FF2B5EF4-FFF2-40B4-BE49-F238E27FC236}">
                  <a16:creationId xmlns:a16="http://schemas.microsoft.com/office/drawing/2014/main" id="{CCBC53CF-4842-8CD4-8CE7-9E4547D4C885}"/>
                </a:ext>
              </a:extLst>
            </p:cNvPr>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a:extLst>
                <a:ext uri="{FF2B5EF4-FFF2-40B4-BE49-F238E27FC236}">
                  <a16:creationId xmlns:a16="http://schemas.microsoft.com/office/drawing/2014/main" id="{A1730D11-0B6D-C3AC-5924-15B08906866A}"/>
                </a:ext>
              </a:extLst>
            </p:cNvPr>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a:extLst>
                <a:ext uri="{FF2B5EF4-FFF2-40B4-BE49-F238E27FC236}">
                  <a16:creationId xmlns:a16="http://schemas.microsoft.com/office/drawing/2014/main" id="{2963E6F0-AD29-3F83-DCE5-5DFE96C24C82}"/>
                </a:ext>
              </a:extLst>
            </p:cNvPr>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a:extLst>
                <a:ext uri="{FF2B5EF4-FFF2-40B4-BE49-F238E27FC236}">
                  <a16:creationId xmlns:a16="http://schemas.microsoft.com/office/drawing/2014/main" id="{66649E9E-5B59-0C72-B184-FF40481AE0B2}"/>
                </a:ext>
              </a:extLst>
            </p:cNvPr>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a:extLst>
                <a:ext uri="{FF2B5EF4-FFF2-40B4-BE49-F238E27FC236}">
                  <a16:creationId xmlns:a16="http://schemas.microsoft.com/office/drawing/2014/main" id="{AC41BB19-B7B1-6ED1-DF9B-6CD631758031}"/>
                </a:ext>
              </a:extLst>
            </p:cNvPr>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a:extLst>
                <a:ext uri="{FF2B5EF4-FFF2-40B4-BE49-F238E27FC236}">
                  <a16:creationId xmlns:a16="http://schemas.microsoft.com/office/drawing/2014/main" id="{914C1A49-4933-0F94-007D-1DD92D414733}"/>
                </a:ext>
              </a:extLst>
            </p:cNvPr>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a:extLst>
                <a:ext uri="{FF2B5EF4-FFF2-40B4-BE49-F238E27FC236}">
                  <a16:creationId xmlns:a16="http://schemas.microsoft.com/office/drawing/2014/main" id="{BA5DEA33-796F-DD22-0068-76A7855727CF}"/>
                </a:ext>
              </a:extLst>
            </p:cNvPr>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a:extLst>
                <a:ext uri="{FF2B5EF4-FFF2-40B4-BE49-F238E27FC236}">
                  <a16:creationId xmlns:a16="http://schemas.microsoft.com/office/drawing/2014/main" id="{E8203127-55FC-FB4A-BCB6-8ADEE8289D91}"/>
                </a:ext>
              </a:extLst>
            </p:cNvPr>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a:extLst>
                <a:ext uri="{FF2B5EF4-FFF2-40B4-BE49-F238E27FC236}">
                  <a16:creationId xmlns:a16="http://schemas.microsoft.com/office/drawing/2014/main" id="{2E539A57-158F-D98D-1E4F-99DEC223B3E4}"/>
                </a:ext>
              </a:extLst>
            </p:cNvPr>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a:extLst>
                <a:ext uri="{FF2B5EF4-FFF2-40B4-BE49-F238E27FC236}">
                  <a16:creationId xmlns:a16="http://schemas.microsoft.com/office/drawing/2014/main" id="{B588D869-2DD2-D9C4-BE0C-E7025F425857}"/>
                </a:ext>
              </a:extLst>
            </p:cNvPr>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a:extLst>
                <a:ext uri="{FF2B5EF4-FFF2-40B4-BE49-F238E27FC236}">
                  <a16:creationId xmlns:a16="http://schemas.microsoft.com/office/drawing/2014/main" id="{D350C2B1-3909-9860-A40B-52A240F4253D}"/>
                </a:ext>
              </a:extLst>
            </p:cNvPr>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a:extLst>
                <a:ext uri="{FF2B5EF4-FFF2-40B4-BE49-F238E27FC236}">
                  <a16:creationId xmlns:a16="http://schemas.microsoft.com/office/drawing/2014/main" id="{FE57EEE7-7373-B677-19A2-0324BD889260}"/>
                </a:ext>
              </a:extLst>
            </p:cNvPr>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a:extLst>
                <a:ext uri="{FF2B5EF4-FFF2-40B4-BE49-F238E27FC236}">
                  <a16:creationId xmlns:a16="http://schemas.microsoft.com/office/drawing/2014/main" id="{EADF2590-BCD9-2AD1-903C-B20C084989EE}"/>
                </a:ext>
              </a:extLst>
            </p:cNvPr>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a:extLst>
                <a:ext uri="{FF2B5EF4-FFF2-40B4-BE49-F238E27FC236}">
                  <a16:creationId xmlns:a16="http://schemas.microsoft.com/office/drawing/2014/main" id="{B4A5DB1D-2447-27CE-2EE4-17B57C7ADD7C}"/>
                </a:ext>
              </a:extLst>
            </p:cNvPr>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a:extLst>
                <a:ext uri="{FF2B5EF4-FFF2-40B4-BE49-F238E27FC236}">
                  <a16:creationId xmlns:a16="http://schemas.microsoft.com/office/drawing/2014/main" id="{417900F4-22A8-2B04-DDBF-8F656F8F84C0}"/>
                </a:ext>
              </a:extLst>
            </p:cNvPr>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a:extLst>
                <a:ext uri="{FF2B5EF4-FFF2-40B4-BE49-F238E27FC236}">
                  <a16:creationId xmlns:a16="http://schemas.microsoft.com/office/drawing/2014/main" id="{0E030651-27CA-A4A4-0981-99642106042F}"/>
                </a:ext>
              </a:extLst>
            </p:cNvPr>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a:extLst>
                <a:ext uri="{FF2B5EF4-FFF2-40B4-BE49-F238E27FC236}">
                  <a16:creationId xmlns:a16="http://schemas.microsoft.com/office/drawing/2014/main" id="{8CDB22C0-CE2D-10AE-3919-F3F4C209AD5A}"/>
                </a:ext>
              </a:extLst>
            </p:cNvPr>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a:extLst>
                <a:ext uri="{FF2B5EF4-FFF2-40B4-BE49-F238E27FC236}">
                  <a16:creationId xmlns:a16="http://schemas.microsoft.com/office/drawing/2014/main" id="{1EC11E43-6A99-D92E-F450-AC87CD2ACBEF}"/>
                </a:ext>
              </a:extLst>
            </p:cNvPr>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a:extLst>
                <a:ext uri="{FF2B5EF4-FFF2-40B4-BE49-F238E27FC236}">
                  <a16:creationId xmlns:a16="http://schemas.microsoft.com/office/drawing/2014/main" id="{64DAC05D-EFB6-3233-113C-7B5675414D50}"/>
                </a:ext>
              </a:extLst>
            </p:cNvPr>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a:extLst>
                <a:ext uri="{FF2B5EF4-FFF2-40B4-BE49-F238E27FC236}">
                  <a16:creationId xmlns:a16="http://schemas.microsoft.com/office/drawing/2014/main" id="{3D503193-F450-0AE2-5579-BB4923991B29}"/>
                </a:ext>
              </a:extLst>
            </p:cNvPr>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a:extLst>
                <a:ext uri="{FF2B5EF4-FFF2-40B4-BE49-F238E27FC236}">
                  <a16:creationId xmlns:a16="http://schemas.microsoft.com/office/drawing/2014/main" id="{9A7FC4F3-C6C5-1FDB-0923-D26F3F341C82}"/>
                </a:ext>
              </a:extLst>
            </p:cNvPr>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a:extLst>
                <a:ext uri="{FF2B5EF4-FFF2-40B4-BE49-F238E27FC236}">
                  <a16:creationId xmlns:a16="http://schemas.microsoft.com/office/drawing/2014/main" id="{0B4F4DD2-4CBB-2A96-F7F8-AC3687A75977}"/>
                </a:ext>
              </a:extLst>
            </p:cNvPr>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a:extLst>
                <a:ext uri="{FF2B5EF4-FFF2-40B4-BE49-F238E27FC236}">
                  <a16:creationId xmlns:a16="http://schemas.microsoft.com/office/drawing/2014/main" id="{E903A33C-1C7B-F1D0-FCA4-2E089CF4C453}"/>
                </a:ext>
              </a:extLst>
            </p:cNvPr>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a:extLst>
                <a:ext uri="{FF2B5EF4-FFF2-40B4-BE49-F238E27FC236}">
                  <a16:creationId xmlns:a16="http://schemas.microsoft.com/office/drawing/2014/main" id="{77D6F78C-045A-231B-E1A9-C1CFE82C434E}"/>
                </a:ext>
              </a:extLst>
            </p:cNvPr>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a:extLst>
                <a:ext uri="{FF2B5EF4-FFF2-40B4-BE49-F238E27FC236}">
                  <a16:creationId xmlns:a16="http://schemas.microsoft.com/office/drawing/2014/main" id="{BF11652A-579F-CC58-BC2E-E351B97BDBF6}"/>
                </a:ext>
              </a:extLst>
            </p:cNvPr>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a:extLst>
                <a:ext uri="{FF2B5EF4-FFF2-40B4-BE49-F238E27FC236}">
                  <a16:creationId xmlns:a16="http://schemas.microsoft.com/office/drawing/2014/main" id="{45AFEAFF-DD69-4B1C-699F-FBC88A7A11B0}"/>
                </a:ext>
              </a:extLst>
            </p:cNvPr>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a:extLst>
                <a:ext uri="{FF2B5EF4-FFF2-40B4-BE49-F238E27FC236}">
                  <a16:creationId xmlns:a16="http://schemas.microsoft.com/office/drawing/2014/main" id="{D80722DF-D2A4-D881-CB9F-250D71988280}"/>
                </a:ext>
              </a:extLst>
            </p:cNvPr>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a:extLst>
                <a:ext uri="{FF2B5EF4-FFF2-40B4-BE49-F238E27FC236}">
                  <a16:creationId xmlns:a16="http://schemas.microsoft.com/office/drawing/2014/main" id="{CC1AF87F-491D-BE3E-7AA1-2DCFDE8C0B35}"/>
                </a:ext>
              </a:extLst>
            </p:cNvPr>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a:extLst>
                <a:ext uri="{FF2B5EF4-FFF2-40B4-BE49-F238E27FC236}">
                  <a16:creationId xmlns:a16="http://schemas.microsoft.com/office/drawing/2014/main" id="{34C0CF2A-2688-A5E5-45C4-6BDB7FFF563F}"/>
                </a:ext>
              </a:extLst>
            </p:cNvPr>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a:extLst>
                <a:ext uri="{FF2B5EF4-FFF2-40B4-BE49-F238E27FC236}">
                  <a16:creationId xmlns:a16="http://schemas.microsoft.com/office/drawing/2014/main" id="{3E9990E9-BF88-671C-931A-696DFC493284}"/>
                </a:ext>
              </a:extLst>
            </p:cNvPr>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a:extLst>
                <a:ext uri="{FF2B5EF4-FFF2-40B4-BE49-F238E27FC236}">
                  <a16:creationId xmlns:a16="http://schemas.microsoft.com/office/drawing/2014/main" id="{48904F83-A40C-5E9D-ED32-CBFBD0828A57}"/>
                </a:ext>
              </a:extLst>
            </p:cNvPr>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a:extLst>
                <a:ext uri="{FF2B5EF4-FFF2-40B4-BE49-F238E27FC236}">
                  <a16:creationId xmlns:a16="http://schemas.microsoft.com/office/drawing/2014/main" id="{25CABD26-35E2-2FD1-E2E2-B1DB43FE386A}"/>
                </a:ext>
              </a:extLst>
            </p:cNvPr>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a:extLst>
                <a:ext uri="{FF2B5EF4-FFF2-40B4-BE49-F238E27FC236}">
                  <a16:creationId xmlns:a16="http://schemas.microsoft.com/office/drawing/2014/main" id="{62AEBE95-DC81-7A96-4718-19FB21EEFDB0}"/>
                </a:ext>
              </a:extLst>
            </p:cNvPr>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a:extLst>
                <a:ext uri="{FF2B5EF4-FFF2-40B4-BE49-F238E27FC236}">
                  <a16:creationId xmlns:a16="http://schemas.microsoft.com/office/drawing/2014/main" id="{0E8F1D8B-347D-9F17-FE5D-D3ED86B2B885}"/>
                </a:ext>
              </a:extLst>
            </p:cNvPr>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a:extLst>
                <a:ext uri="{FF2B5EF4-FFF2-40B4-BE49-F238E27FC236}">
                  <a16:creationId xmlns:a16="http://schemas.microsoft.com/office/drawing/2014/main" id="{9C06737B-AC0B-54B7-8208-5441F996EB44}"/>
                </a:ext>
              </a:extLst>
            </p:cNvPr>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a:extLst>
                <a:ext uri="{FF2B5EF4-FFF2-40B4-BE49-F238E27FC236}">
                  <a16:creationId xmlns:a16="http://schemas.microsoft.com/office/drawing/2014/main" id="{6F14FF14-D12A-63A0-2B61-8A0E306D5841}"/>
                </a:ext>
              </a:extLst>
            </p:cNvPr>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a:extLst>
                <a:ext uri="{FF2B5EF4-FFF2-40B4-BE49-F238E27FC236}">
                  <a16:creationId xmlns:a16="http://schemas.microsoft.com/office/drawing/2014/main" id="{1CEEE42F-F27E-1CE5-C863-CBB000A89D95}"/>
                </a:ext>
              </a:extLst>
            </p:cNvPr>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a:extLst>
                <a:ext uri="{FF2B5EF4-FFF2-40B4-BE49-F238E27FC236}">
                  <a16:creationId xmlns:a16="http://schemas.microsoft.com/office/drawing/2014/main" id="{73422C3F-FB74-9F31-6961-D908A77FD097}"/>
                </a:ext>
              </a:extLst>
            </p:cNvPr>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a:extLst>
                <a:ext uri="{FF2B5EF4-FFF2-40B4-BE49-F238E27FC236}">
                  <a16:creationId xmlns:a16="http://schemas.microsoft.com/office/drawing/2014/main" id="{C78A7A73-2918-2B54-FE30-5246DD2052AB}"/>
                </a:ext>
              </a:extLst>
            </p:cNvPr>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a:extLst>
                <a:ext uri="{FF2B5EF4-FFF2-40B4-BE49-F238E27FC236}">
                  <a16:creationId xmlns:a16="http://schemas.microsoft.com/office/drawing/2014/main" id="{0EF71404-A20A-90A6-AB05-53D61743721C}"/>
                </a:ext>
              </a:extLst>
            </p:cNvPr>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a:extLst>
                <a:ext uri="{FF2B5EF4-FFF2-40B4-BE49-F238E27FC236}">
                  <a16:creationId xmlns:a16="http://schemas.microsoft.com/office/drawing/2014/main" id="{46EFBCB8-FD19-BE90-3A4A-B6358EE771EC}"/>
                </a:ext>
              </a:extLst>
            </p:cNvPr>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a:extLst>
                <a:ext uri="{FF2B5EF4-FFF2-40B4-BE49-F238E27FC236}">
                  <a16:creationId xmlns:a16="http://schemas.microsoft.com/office/drawing/2014/main" id="{981417E3-374B-B8A7-A703-301C524ABA1B}"/>
                </a:ext>
              </a:extLst>
            </p:cNvPr>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a:extLst>
                <a:ext uri="{FF2B5EF4-FFF2-40B4-BE49-F238E27FC236}">
                  <a16:creationId xmlns:a16="http://schemas.microsoft.com/office/drawing/2014/main" id="{BCC6A30F-852F-5EF7-6110-9CED5FA201D8}"/>
                </a:ext>
              </a:extLst>
            </p:cNvPr>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a:extLst>
                <a:ext uri="{FF2B5EF4-FFF2-40B4-BE49-F238E27FC236}">
                  <a16:creationId xmlns:a16="http://schemas.microsoft.com/office/drawing/2014/main" id="{F3105EF4-6BC0-8E53-80BA-1B1BD75A7B35}"/>
                </a:ext>
              </a:extLst>
            </p:cNvPr>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a:extLst>
                <a:ext uri="{FF2B5EF4-FFF2-40B4-BE49-F238E27FC236}">
                  <a16:creationId xmlns:a16="http://schemas.microsoft.com/office/drawing/2014/main" id="{1721ED85-FE4F-2E9B-3C20-808521AF331B}"/>
                </a:ext>
              </a:extLst>
            </p:cNvPr>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a:extLst>
                <a:ext uri="{FF2B5EF4-FFF2-40B4-BE49-F238E27FC236}">
                  <a16:creationId xmlns:a16="http://schemas.microsoft.com/office/drawing/2014/main" id="{A26FB81F-4BA4-CE26-5D2C-0DEB0A1FF249}"/>
                </a:ext>
              </a:extLst>
            </p:cNvPr>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a:extLst>
                <a:ext uri="{FF2B5EF4-FFF2-40B4-BE49-F238E27FC236}">
                  <a16:creationId xmlns:a16="http://schemas.microsoft.com/office/drawing/2014/main" id="{9242E557-F131-3DB6-304C-32CEA710B081}"/>
                </a:ext>
              </a:extLst>
            </p:cNvPr>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a:extLst>
                <a:ext uri="{FF2B5EF4-FFF2-40B4-BE49-F238E27FC236}">
                  <a16:creationId xmlns:a16="http://schemas.microsoft.com/office/drawing/2014/main" id="{BB835993-D742-EBFF-63B9-1FE567462183}"/>
                </a:ext>
              </a:extLst>
            </p:cNvPr>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a:extLst>
                <a:ext uri="{FF2B5EF4-FFF2-40B4-BE49-F238E27FC236}">
                  <a16:creationId xmlns:a16="http://schemas.microsoft.com/office/drawing/2014/main" id="{1C0B6948-789F-3F84-6FB3-49459BD796A6}"/>
                </a:ext>
              </a:extLst>
            </p:cNvPr>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a:extLst>
                <a:ext uri="{FF2B5EF4-FFF2-40B4-BE49-F238E27FC236}">
                  <a16:creationId xmlns:a16="http://schemas.microsoft.com/office/drawing/2014/main" id="{CC60F920-9B50-067D-B70E-F603E7A96270}"/>
                </a:ext>
              </a:extLst>
            </p:cNvPr>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a:extLst>
                <a:ext uri="{FF2B5EF4-FFF2-40B4-BE49-F238E27FC236}">
                  <a16:creationId xmlns:a16="http://schemas.microsoft.com/office/drawing/2014/main" id="{5A22437E-9F2D-E6EB-B28E-099A89A4C1A2}"/>
                </a:ext>
              </a:extLst>
            </p:cNvPr>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a:extLst>
                <a:ext uri="{FF2B5EF4-FFF2-40B4-BE49-F238E27FC236}">
                  <a16:creationId xmlns:a16="http://schemas.microsoft.com/office/drawing/2014/main" id="{5AF2146F-1B88-E312-BF1D-BE0068E2C5B2}"/>
                </a:ext>
              </a:extLst>
            </p:cNvPr>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a:extLst>
                <a:ext uri="{FF2B5EF4-FFF2-40B4-BE49-F238E27FC236}">
                  <a16:creationId xmlns:a16="http://schemas.microsoft.com/office/drawing/2014/main" id="{F4E68493-BC01-4AD8-C0BF-95090708017B}"/>
                </a:ext>
              </a:extLst>
            </p:cNvPr>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a:extLst>
                <a:ext uri="{FF2B5EF4-FFF2-40B4-BE49-F238E27FC236}">
                  <a16:creationId xmlns:a16="http://schemas.microsoft.com/office/drawing/2014/main" id="{3B5FA619-F30C-A63E-03BE-C2C050C4EA5E}"/>
                </a:ext>
              </a:extLst>
            </p:cNvPr>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a:extLst>
                <a:ext uri="{FF2B5EF4-FFF2-40B4-BE49-F238E27FC236}">
                  <a16:creationId xmlns:a16="http://schemas.microsoft.com/office/drawing/2014/main" id="{95E65702-CE54-18B8-CB1F-4AF908CDE9B7}"/>
                </a:ext>
              </a:extLst>
            </p:cNvPr>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a:extLst>
                <a:ext uri="{FF2B5EF4-FFF2-40B4-BE49-F238E27FC236}">
                  <a16:creationId xmlns:a16="http://schemas.microsoft.com/office/drawing/2014/main" id="{D8A18D88-4C23-8C59-7358-9F794530628D}"/>
                </a:ext>
              </a:extLst>
            </p:cNvPr>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a:extLst>
                <a:ext uri="{FF2B5EF4-FFF2-40B4-BE49-F238E27FC236}">
                  <a16:creationId xmlns:a16="http://schemas.microsoft.com/office/drawing/2014/main" id="{DFFCE48C-CD58-0761-D536-3C2A8DCBEA73}"/>
                </a:ext>
              </a:extLst>
            </p:cNvPr>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a:extLst>
                <a:ext uri="{FF2B5EF4-FFF2-40B4-BE49-F238E27FC236}">
                  <a16:creationId xmlns:a16="http://schemas.microsoft.com/office/drawing/2014/main" id="{63961E64-CA61-703B-9C06-F975635AF76B}"/>
                </a:ext>
              </a:extLst>
            </p:cNvPr>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a:extLst>
                <a:ext uri="{FF2B5EF4-FFF2-40B4-BE49-F238E27FC236}">
                  <a16:creationId xmlns:a16="http://schemas.microsoft.com/office/drawing/2014/main" id="{0C7E4E36-F2E8-B372-D68B-EE3100D00636}"/>
                </a:ext>
              </a:extLst>
            </p:cNvPr>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a:extLst>
                <a:ext uri="{FF2B5EF4-FFF2-40B4-BE49-F238E27FC236}">
                  <a16:creationId xmlns:a16="http://schemas.microsoft.com/office/drawing/2014/main" id="{DFA327D9-03E6-CBBB-CEC3-BC5A300276BD}"/>
                </a:ext>
              </a:extLst>
            </p:cNvPr>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a:extLst>
                <a:ext uri="{FF2B5EF4-FFF2-40B4-BE49-F238E27FC236}">
                  <a16:creationId xmlns:a16="http://schemas.microsoft.com/office/drawing/2014/main" id="{C30A2B2C-D74C-3F69-1F17-DAD46285654A}"/>
                </a:ext>
              </a:extLst>
            </p:cNvPr>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a:extLst>
                <a:ext uri="{FF2B5EF4-FFF2-40B4-BE49-F238E27FC236}">
                  <a16:creationId xmlns:a16="http://schemas.microsoft.com/office/drawing/2014/main" id="{5C65F473-FBED-6EB8-18E1-F6387E63B3C9}"/>
                </a:ext>
              </a:extLst>
            </p:cNvPr>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a:extLst>
                <a:ext uri="{FF2B5EF4-FFF2-40B4-BE49-F238E27FC236}">
                  <a16:creationId xmlns:a16="http://schemas.microsoft.com/office/drawing/2014/main" id="{2333E18D-E6DD-FA5A-E431-22E27E6AD8A7}"/>
                </a:ext>
              </a:extLst>
            </p:cNvPr>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a:extLst>
                <a:ext uri="{FF2B5EF4-FFF2-40B4-BE49-F238E27FC236}">
                  <a16:creationId xmlns:a16="http://schemas.microsoft.com/office/drawing/2014/main" id="{F6B74381-BA8C-508D-761D-E4BA90FBB3CC}"/>
                </a:ext>
              </a:extLst>
            </p:cNvPr>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a:extLst>
                <a:ext uri="{FF2B5EF4-FFF2-40B4-BE49-F238E27FC236}">
                  <a16:creationId xmlns:a16="http://schemas.microsoft.com/office/drawing/2014/main" id="{4A372D1A-3EE3-7916-68E6-ED17CE713DF1}"/>
                </a:ext>
              </a:extLst>
            </p:cNvPr>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a:extLst>
                <a:ext uri="{FF2B5EF4-FFF2-40B4-BE49-F238E27FC236}">
                  <a16:creationId xmlns:a16="http://schemas.microsoft.com/office/drawing/2014/main" id="{B1C09292-F5B6-5361-E3C7-C84D32E240D4}"/>
                </a:ext>
              </a:extLst>
            </p:cNvPr>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a:extLst>
                <a:ext uri="{FF2B5EF4-FFF2-40B4-BE49-F238E27FC236}">
                  <a16:creationId xmlns:a16="http://schemas.microsoft.com/office/drawing/2014/main" id="{5EF022F5-14D1-C651-00BB-A89562BAF34F}"/>
                </a:ext>
              </a:extLst>
            </p:cNvPr>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a:extLst>
                <a:ext uri="{FF2B5EF4-FFF2-40B4-BE49-F238E27FC236}">
                  <a16:creationId xmlns:a16="http://schemas.microsoft.com/office/drawing/2014/main" id="{BB8C309B-40B0-CEC2-0B7D-F2F153B40920}"/>
                </a:ext>
              </a:extLst>
            </p:cNvPr>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a:extLst>
                <a:ext uri="{FF2B5EF4-FFF2-40B4-BE49-F238E27FC236}">
                  <a16:creationId xmlns:a16="http://schemas.microsoft.com/office/drawing/2014/main" id="{D2AE1A0E-B8B1-93B7-5E36-5C7C865683FB}"/>
                </a:ext>
              </a:extLst>
            </p:cNvPr>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a:extLst>
                <a:ext uri="{FF2B5EF4-FFF2-40B4-BE49-F238E27FC236}">
                  <a16:creationId xmlns:a16="http://schemas.microsoft.com/office/drawing/2014/main" id="{ADA5D93B-14E4-745A-23B7-6F60968EA6DB}"/>
                </a:ext>
              </a:extLst>
            </p:cNvPr>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a:extLst>
                <a:ext uri="{FF2B5EF4-FFF2-40B4-BE49-F238E27FC236}">
                  <a16:creationId xmlns:a16="http://schemas.microsoft.com/office/drawing/2014/main" id="{8EEE575E-12FF-7D11-DA82-4E1EA9F5E7BD}"/>
                </a:ext>
              </a:extLst>
            </p:cNvPr>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a:extLst>
                <a:ext uri="{FF2B5EF4-FFF2-40B4-BE49-F238E27FC236}">
                  <a16:creationId xmlns:a16="http://schemas.microsoft.com/office/drawing/2014/main" id="{17995A7B-44F8-64F4-732E-2817F4E67A86}"/>
                </a:ext>
              </a:extLst>
            </p:cNvPr>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a:extLst>
                <a:ext uri="{FF2B5EF4-FFF2-40B4-BE49-F238E27FC236}">
                  <a16:creationId xmlns:a16="http://schemas.microsoft.com/office/drawing/2014/main" id="{1ED1EC85-CEE8-1FF5-A2E1-BFC84E79F15E}"/>
                </a:ext>
              </a:extLst>
            </p:cNvPr>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a:extLst>
                <a:ext uri="{FF2B5EF4-FFF2-40B4-BE49-F238E27FC236}">
                  <a16:creationId xmlns:a16="http://schemas.microsoft.com/office/drawing/2014/main" id="{157A00B1-AA82-59A7-D34E-BE3024517FAA}"/>
                </a:ext>
              </a:extLst>
            </p:cNvPr>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a:extLst>
              <a:ext uri="{FF2B5EF4-FFF2-40B4-BE49-F238E27FC236}">
                <a16:creationId xmlns:a16="http://schemas.microsoft.com/office/drawing/2014/main" id="{2FFACA60-9054-2C93-FEB8-5B715C6C7113}"/>
              </a:ext>
            </a:extLst>
          </p:cNvPr>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a:extLst>
              <a:ext uri="{FF2B5EF4-FFF2-40B4-BE49-F238E27FC236}">
                <a16:creationId xmlns:a16="http://schemas.microsoft.com/office/drawing/2014/main" id="{89D53C74-1FC0-D45E-26C1-C9DE1E3C712C}"/>
              </a:ext>
            </a:extLst>
          </p:cNvPr>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a:extLst>
              <a:ext uri="{FF2B5EF4-FFF2-40B4-BE49-F238E27FC236}">
                <a16:creationId xmlns:a16="http://schemas.microsoft.com/office/drawing/2014/main" id="{B4891B1B-27C7-FE75-9236-108D416EC45A}"/>
              </a:ext>
            </a:extLst>
          </p:cNvPr>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4177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511265-A1B2-14DD-6AC9-094920753CC2}"/>
              </a:ext>
            </a:extLst>
          </p:cNvPr>
          <p:cNvPicPr>
            <a:picLocks noChangeAspect="1"/>
          </p:cNvPicPr>
          <p:nvPr/>
        </p:nvPicPr>
        <p:blipFill>
          <a:blip r:embed="rId3"/>
          <a:srcRect t="11954" r="3946" b="2989"/>
          <a:stretch>
            <a:fillRect/>
          </a:stretch>
        </p:blipFill>
        <p:spPr>
          <a:xfrm>
            <a:off x="1111468" y="0"/>
            <a:ext cx="6921063" cy="4292996"/>
          </a:xfrm>
          <a:prstGeom prst="rect">
            <a:avLst/>
          </a:prstGeom>
        </p:spPr>
      </p:pic>
    </p:spTree>
    <p:extLst>
      <p:ext uri="{BB962C8B-B14F-4D97-AF65-F5344CB8AC3E}">
        <p14:creationId xmlns:p14="http://schemas.microsoft.com/office/powerpoint/2010/main" val="711398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B7732CF-6450-DC82-5C39-8E7B3D5C7DDC}"/>
              </a:ext>
            </a:extLst>
          </p:cNvPr>
          <p:cNvPicPr>
            <a:picLocks noChangeAspect="1"/>
          </p:cNvPicPr>
          <p:nvPr/>
        </p:nvPicPr>
        <p:blipFill>
          <a:blip r:embed="rId3"/>
          <a:stretch>
            <a:fillRect/>
          </a:stretch>
        </p:blipFill>
        <p:spPr>
          <a:xfrm>
            <a:off x="1360731" y="0"/>
            <a:ext cx="6422538" cy="4498806"/>
          </a:xfrm>
          <a:prstGeom prst="rect">
            <a:avLst/>
          </a:prstGeom>
        </p:spPr>
      </p:pic>
    </p:spTree>
    <p:extLst>
      <p:ext uri="{BB962C8B-B14F-4D97-AF65-F5344CB8AC3E}">
        <p14:creationId xmlns:p14="http://schemas.microsoft.com/office/powerpoint/2010/main" val="3605941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24E5AD-964D-0EED-C2ED-1DA7B8D1CA73}"/>
              </a:ext>
            </a:extLst>
          </p:cNvPr>
          <p:cNvSpPr>
            <a:spLocks noGrp="1"/>
          </p:cNvSpPr>
          <p:nvPr>
            <p:ph type="title"/>
          </p:nvPr>
        </p:nvSpPr>
        <p:spPr>
          <a:xfrm>
            <a:off x="720000" y="334125"/>
            <a:ext cx="7704000" cy="372119"/>
          </a:xfrm>
        </p:spPr>
        <p:txBody>
          <a:bodyPr/>
          <a:lstStyle/>
          <a:p>
            <a:pPr algn="l"/>
            <a:r>
              <a:rPr lang="en-US" sz="1600"/>
              <a:t>Hypothesis Testing</a:t>
            </a:r>
          </a:p>
        </p:txBody>
      </p:sp>
      <p:pic>
        <p:nvPicPr>
          <p:cNvPr id="7" name="Picture 6">
            <a:extLst>
              <a:ext uri="{FF2B5EF4-FFF2-40B4-BE49-F238E27FC236}">
                <a16:creationId xmlns:a16="http://schemas.microsoft.com/office/drawing/2014/main" id="{18EDF34E-9651-DC98-A63E-9A50152568DB}"/>
              </a:ext>
            </a:extLst>
          </p:cNvPr>
          <p:cNvPicPr>
            <a:picLocks noChangeAspect="1"/>
          </p:cNvPicPr>
          <p:nvPr/>
        </p:nvPicPr>
        <p:blipFill>
          <a:blip r:embed="rId3"/>
          <a:stretch>
            <a:fillRect/>
          </a:stretch>
        </p:blipFill>
        <p:spPr>
          <a:xfrm>
            <a:off x="126124" y="752772"/>
            <a:ext cx="5067455" cy="3549608"/>
          </a:xfrm>
          <a:prstGeom prst="rect">
            <a:avLst/>
          </a:prstGeom>
        </p:spPr>
      </p:pic>
      <p:sp>
        <p:nvSpPr>
          <p:cNvPr id="8" name="TextBox 7">
            <a:extLst>
              <a:ext uri="{FF2B5EF4-FFF2-40B4-BE49-F238E27FC236}">
                <a16:creationId xmlns:a16="http://schemas.microsoft.com/office/drawing/2014/main" id="{290BFA19-3C82-EFA5-E22B-358E1ACEA8C6}"/>
              </a:ext>
            </a:extLst>
          </p:cNvPr>
          <p:cNvSpPr txBox="1"/>
          <p:nvPr/>
        </p:nvSpPr>
        <p:spPr>
          <a:xfrm>
            <a:off x="5391807" y="1072055"/>
            <a:ext cx="3626069" cy="3108543"/>
          </a:xfrm>
          <a:prstGeom prst="rect">
            <a:avLst/>
          </a:prstGeom>
          <a:noFill/>
        </p:spPr>
        <p:txBody>
          <a:bodyPr wrap="square" rtlCol="0">
            <a:spAutoFit/>
          </a:bodyPr>
          <a:lstStyle/>
          <a:p>
            <a:pPr marL="285750" indent="-285750">
              <a:buClr>
                <a:schemeClr val="accent1"/>
              </a:buClr>
              <a:buSzPct val="103000"/>
              <a:buFont typeface="Arial" panose="020B0604020202020204" pitchFamily="34" charset="0"/>
              <a:buChar char="•"/>
            </a:pPr>
            <a:r>
              <a:rPr lang="en-US"/>
              <a:t>1-Sided Paired T-test across countries from 2006-2023</a:t>
            </a:r>
          </a:p>
          <a:p>
            <a:pPr marL="285750" indent="-285750">
              <a:buClr>
                <a:schemeClr val="accent1"/>
              </a:buClr>
              <a:buSzPct val="103000"/>
              <a:buFont typeface="Arial" panose="020B0604020202020204" pitchFamily="34" charset="0"/>
              <a:buChar char="•"/>
            </a:pPr>
            <a:r>
              <a:rPr lang="en-US"/>
              <a:t>H0: μ = 1 Ha: μ &gt; 1</a:t>
            </a:r>
          </a:p>
          <a:p>
            <a:pPr marL="285750" indent="-285750">
              <a:buClr>
                <a:schemeClr val="accent1"/>
              </a:buClr>
              <a:buSzPct val="103000"/>
              <a:buFont typeface="Arial" panose="020B0604020202020204" pitchFamily="34" charset="0"/>
              <a:buChar char="•"/>
            </a:pPr>
            <a:r>
              <a:rPr lang="en-US"/>
              <a:t>95% 2-Sided Confidence Intervals for each year</a:t>
            </a:r>
          </a:p>
          <a:p>
            <a:pPr marL="285750" indent="-285750">
              <a:buClr>
                <a:schemeClr val="accent1"/>
              </a:buClr>
              <a:buSzPct val="103000"/>
              <a:buFont typeface="Arial" panose="020B0604020202020204" pitchFamily="34" charset="0"/>
              <a:buChar char="•"/>
            </a:pPr>
            <a:r>
              <a:rPr lang="en-US"/>
              <a:t>2009-10 – Dip due to recession</a:t>
            </a:r>
          </a:p>
          <a:p>
            <a:pPr marL="285750" indent="-285750">
              <a:buClr>
                <a:schemeClr val="accent1"/>
              </a:buClr>
              <a:buSzPct val="103000"/>
              <a:buFont typeface="Arial" panose="020B0604020202020204" pitchFamily="34" charset="0"/>
              <a:buChar char="•"/>
            </a:pPr>
            <a:r>
              <a:rPr lang="en-US"/>
              <a:t>2014-15 – Large decrease in Rail Accidents by Volume in Spain, France and the UK due to new infrastructure</a:t>
            </a:r>
          </a:p>
          <a:p>
            <a:pPr marL="285750" indent="-285750">
              <a:buClr>
                <a:schemeClr val="accent1"/>
              </a:buClr>
              <a:buSzPct val="103000"/>
              <a:buFont typeface="Arial" panose="020B0604020202020204" pitchFamily="34" charset="0"/>
              <a:buChar char="•"/>
            </a:pPr>
            <a:r>
              <a:rPr lang="en-US"/>
              <a:t>2020 – Pandemic cause a lot of rail shutdowns causing lower passenger volumes while the rail accidents didn’t change that much</a:t>
            </a:r>
          </a:p>
          <a:p>
            <a:pPr marL="285750" indent="-285750">
              <a:buClr>
                <a:schemeClr val="accent1"/>
              </a:buClr>
              <a:buSzPct val="103000"/>
              <a:buFont typeface="Arial" panose="020B0604020202020204" pitchFamily="34" charset="0"/>
              <a:buChar char="•"/>
            </a:pPr>
            <a:endParaRPr lang="en-US"/>
          </a:p>
        </p:txBody>
      </p:sp>
    </p:spTree>
    <p:extLst>
      <p:ext uri="{BB962C8B-B14F-4D97-AF65-F5344CB8AC3E}">
        <p14:creationId xmlns:p14="http://schemas.microsoft.com/office/powerpoint/2010/main" val="3867106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A61FF-C452-167E-8141-C6C1739583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015C9F-F0E1-0110-7136-0216FD2DE682}"/>
              </a:ext>
            </a:extLst>
          </p:cNvPr>
          <p:cNvSpPr>
            <a:spLocks noGrp="1"/>
          </p:cNvSpPr>
          <p:nvPr>
            <p:ph type="title"/>
          </p:nvPr>
        </p:nvSpPr>
        <p:spPr>
          <a:xfrm>
            <a:off x="720000" y="334125"/>
            <a:ext cx="7704000" cy="372119"/>
          </a:xfrm>
        </p:spPr>
        <p:txBody>
          <a:bodyPr/>
          <a:lstStyle/>
          <a:p>
            <a:pPr algn="l"/>
            <a:r>
              <a:rPr lang="en-US" sz="1600"/>
              <a:t>Modeling: EDA</a:t>
            </a:r>
          </a:p>
        </p:txBody>
      </p:sp>
      <p:pic>
        <p:nvPicPr>
          <p:cNvPr id="3" name="Picture 2">
            <a:extLst>
              <a:ext uri="{FF2B5EF4-FFF2-40B4-BE49-F238E27FC236}">
                <a16:creationId xmlns:a16="http://schemas.microsoft.com/office/drawing/2014/main" id="{14CE908B-7E20-59F2-731D-214DAC9C3304}"/>
              </a:ext>
            </a:extLst>
          </p:cNvPr>
          <p:cNvPicPr>
            <a:picLocks noChangeAspect="1"/>
          </p:cNvPicPr>
          <p:nvPr/>
        </p:nvPicPr>
        <p:blipFill>
          <a:blip r:embed="rId3"/>
          <a:stretch>
            <a:fillRect/>
          </a:stretch>
        </p:blipFill>
        <p:spPr>
          <a:xfrm>
            <a:off x="0" y="705076"/>
            <a:ext cx="5350483" cy="3747862"/>
          </a:xfrm>
          <a:prstGeom prst="rect">
            <a:avLst/>
          </a:prstGeom>
        </p:spPr>
      </p:pic>
      <p:sp>
        <p:nvSpPr>
          <p:cNvPr id="4" name="TextBox 3">
            <a:extLst>
              <a:ext uri="{FF2B5EF4-FFF2-40B4-BE49-F238E27FC236}">
                <a16:creationId xmlns:a16="http://schemas.microsoft.com/office/drawing/2014/main" id="{B684F594-137C-0484-1883-7862B00CCCF8}"/>
              </a:ext>
            </a:extLst>
          </p:cNvPr>
          <p:cNvSpPr txBox="1"/>
          <p:nvPr/>
        </p:nvSpPr>
        <p:spPr>
          <a:xfrm>
            <a:off x="5391807" y="1072055"/>
            <a:ext cx="3626069" cy="3108543"/>
          </a:xfrm>
          <a:prstGeom prst="rect">
            <a:avLst/>
          </a:prstGeom>
          <a:noFill/>
        </p:spPr>
        <p:txBody>
          <a:bodyPr wrap="square" rtlCol="0">
            <a:spAutoFit/>
          </a:bodyPr>
          <a:lstStyle/>
          <a:p>
            <a:pPr marL="285750" indent="-285750">
              <a:buClr>
                <a:schemeClr val="accent1"/>
              </a:buClr>
              <a:buSzPct val="103000"/>
              <a:buFont typeface="Arial" panose="020B0604020202020204" pitchFamily="34" charset="0"/>
              <a:buChar char="•"/>
            </a:pPr>
            <a:r>
              <a:rPr lang="en-US"/>
              <a:t>High Scores: Finland, Sweden, Norway, Hungary, Croatia</a:t>
            </a:r>
          </a:p>
          <a:p>
            <a:pPr marL="285750" lvl="2" indent="-285750">
              <a:buClr>
                <a:schemeClr val="accent1"/>
              </a:buClr>
              <a:buSzPct val="103000"/>
              <a:buFont typeface="Arial" panose="020B0604020202020204" pitchFamily="34" charset="0"/>
              <a:buChar char="•"/>
            </a:pPr>
            <a:r>
              <a:rPr lang="en-US"/>
              <a:t>FI, SE, NO – quite northern</a:t>
            </a:r>
          </a:p>
          <a:p>
            <a:pPr marL="285750" lvl="2" indent="-285750">
              <a:buClr>
                <a:schemeClr val="accent1"/>
              </a:buClr>
              <a:buSzPct val="103000"/>
              <a:buFont typeface="Arial" panose="020B0604020202020204" pitchFamily="34" charset="0"/>
              <a:buChar char="•"/>
            </a:pPr>
            <a:r>
              <a:rPr lang="en-US"/>
              <a:t>HU, HR – quite mountainous</a:t>
            </a:r>
          </a:p>
          <a:p>
            <a:pPr marL="285750" lvl="2" indent="-285750">
              <a:buClr>
                <a:schemeClr val="accent1"/>
              </a:buClr>
              <a:buSzPct val="103000"/>
              <a:buFont typeface="Arial" panose="020B0604020202020204" pitchFamily="34" charset="0"/>
              <a:buChar char="•"/>
            </a:pPr>
            <a:endParaRPr lang="en-US"/>
          </a:p>
          <a:p>
            <a:pPr marL="285750" lvl="2" indent="-285750">
              <a:buClr>
                <a:schemeClr val="accent1"/>
              </a:buClr>
              <a:buSzPct val="103000"/>
              <a:buFont typeface="Arial" panose="020B0604020202020204" pitchFamily="34" charset="0"/>
              <a:buChar char="•"/>
            </a:pPr>
            <a:r>
              <a:rPr lang="en-US"/>
              <a:t>Low Scores: Germany, Lithuania, Italy, France, Spain</a:t>
            </a:r>
          </a:p>
          <a:p>
            <a:pPr marL="285750" lvl="2" indent="-285750">
              <a:buClr>
                <a:schemeClr val="accent1"/>
              </a:buClr>
              <a:buSzPct val="103000"/>
              <a:buFont typeface="Arial" panose="020B0604020202020204" pitchFamily="34" charset="0"/>
              <a:buChar char="•"/>
            </a:pPr>
            <a:r>
              <a:rPr lang="en-US"/>
              <a:t>Germany, Italy, France, Spain – Large countries with lots of flat land</a:t>
            </a:r>
          </a:p>
          <a:p>
            <a:pPr marL="285750" lvl="2" indent="-285750">
              <a:buClr>
                <a:schemeClr val="accent1"/>
              </a:buClr>
              <a:buSzPct val="103000"/>
              <a:buFont typeface="Arial" panose="020B0604020202020204" pitchFamily="34" charset="0"/>
              <a:buChar char="•"/>
            </a:pPr>
            <a:r>
              <a:rPr lang="en-US"/>
              <a:t>Lithuania – Incredibly flat topography</a:t>
            </a:r>
          </a:p>
          <a:p>
            <a:pPr marL="285750" lvl="2" indent="-285750">
              <a:buClr>
                <a:schemeClr val="accent1"/>
              </a:buClr>
              <a:buSzPct val="103000"/>
              <a:buFont typeface="Arial" panose="020B0604020202020204" pitchFamily="34" charset="0"/>
              <a:buChar char="•"/>
            </a:pPr>
            <a:endParaRPr lang="en-US"/>
          </a:p>
          <a:p>
            <a:pPr marL="285750" lvl="2" indent="-285750">
              <a:buClr>
                <a:schemeClr val="accent1"/>
              </a:buClr>
              <a:buSzPct val="103000"/>
              <a:buFont typeface="Arial" panose="020B0604020202020204" pitchFamily="34" charset="0"/>
              <a:buChar char="•"/>
            </a:pPr>
            <a:r>
              <a:rPr lang="en-US"/>
              <a:t>Trains struggle with elevation changes as well heavy weather effects</a:t>
            </a:r>
          </a:p>
          <a:p>
            <a:pPr marL="285750" lvl="2" indent="-285750">
              <a:buClr>
                <a:schemeClr val="accent1"/>
              </a:buClr>
              <a:buSzPct val="103000"/>
              <a:buFont typeface="Arial" panose="020B0604020202020204" pitchFamily="34" charset="0"/>
              <a:buChar char="•"/>
            </a:pPr>
            <a:endParaRPr lang="en-US"/>
          </a:p>
        </p:txBody>
      </p:sp>
    </p:spTree>
    <p:extLst>
      <p:ext uri="{BB962C8B-B14F-4D97-AF65-F5344CB8AC3E}">
        <p14:creationId xmlns:p14="http://schemas.microsoft.com/office/powerpoint/2010/main" val="893191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EEB5-32D5-A17C-C9BB-C250314692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43BF3B-90EE-8B9F-2AC6-CA6C3A8626A7}"/>
              </a:ext>
            </a:extLst>
          </p:cNvPr>
          <p:cNvSpPr>
            <a:spLocks noGrp="1"/>
          </p:cNvSpPr>
          <p:nvPr>
            <p:ph type="title"/>
          </p:nvPr>
        </p:nvSpPr>
        <p:spPr>
          <a:xfrm>
            <a:off x="720000" y="334125"/>
            <a:ext cx="7704000" cy="372119"/>
          </a:xfrm>
        </p:spPr>
        <p:txBody>
          <a:bodyPr/>
          <a:lstStyle/>
          <a:p>
            <a:pPr algn="l"/>
            <a:r>
              <a:rPr lang="en-US" sz="1600"/>
              <a:t>Modeling: EDA</a:t>
            </a:r>
          </a:p>
        </p:txBody>
      </p:sp>
      <p:sp>
        <p:nvSpPr>
          <p:cNvPr id="4" name="TextBox 3">
            <a:extLst>
              <a:ext uri="{FF2B5EF4-FFF2-40B4-BE49-F238E27FC236}">
                <a16:creationId xmlns:a16="http://schemas.microsoft.com/office/drawing/2014/main" id="{795FA4DE-09BA-42F2-1750-1FCE4DBAD6BD}"/>
              </a:ext>
            </a:extLst>
          </p:cNvPr>
          <p:cNvSpPr txBox="1"/>
          <p:nvPr/>
        </p:nvSpPr>
        <p:spPr>
          <a:xfrm>
            <a:off x="5391807" y="1072055"/>
            <a:ext cx="3626069" cy="2677656"/>
          </a:xfrm>
          <a:prstGeom prst="rect">
            <a:avLst/>
          </a:prstGeom>
          <a:noFill/>
        </p:spPr>
        <p:txBody>
          <a:bodyPr wrap="square" rtlCol="0">
            <a:spAutoFit/>
          </a:bodyPr>
          <a:lstStyle/>
          <a:p>
            <a:pPr marL="285750" indent="-285750">
              <a:buClr>
                <a:schemeClr val="accent1"/>
              </a:buClr>
              <a:buSzPct val="103000"/>
              <a:buFont typeface="Arial" panose="020B0604020202020204" pitchFamily="34" charset="0"/>
              <a:buChar char="•"/>
            </a:pPr>
            <a:r>
              <a:rPr lang="en-US"/>
              <a:t>High: Switzerland, Denmark, and Norway</a:t>
            </a:r>
          </a:p>
          <a:p>
            <a:pPr marL="285750" indent="-285750">
              <a:buClr>
                <a:schemeClr val="accent1"/>
              </a:buClr>
              <a:buSzPct val="103000"/>
              <a:buFont typeface="Arial" panose="020B0604020202020204" pitchFamily="34" charset="0"/>
              <a:buChar char="•"/>
            </a:pPr>
            <a:r>
              <a:rPr lang="en-US"/>
              <a:t>Relatively small populations with high amounts of wealth. Known for higher social infrastructure.</a:t>
            </a:r>
          </a:p>
          <a:p>
            <a:pPr marL="285750" indent="-285750">
              <a:buClr>
                <a:schemeClr val="accent1"/>
              </a:buClr>
              <a:buSzPct val="103000"/>
              <a:buFont typeface="Arial" panose="020B0604020202020204" pitchFamily="34" charset="0"/>
              <a:buChar char="•"/>
            </a:pPr>
            <a:r>
              <a:rPr lang="en-US"/>
              <a:t>Middle: Germany, UK, France, Spain</a:t>
            </a:r>
          </a:p>
          <a:p>
            <a:pPr marL="285750" indent="-285750">
              <a:buClr>
                <a:schemeClr val="accent1"/>
              </a:buClr>
              <a:buSzPct val="103000"/>
              <a:buFont typeface="Arial" panose="020B0604020202020204" pitchFamily="34" charset="0"/>
              <a:buChar char="•"/>
            </a:pPr>
            <a:r>
              <a:rPr lang="en-US"/>
              <a:t>High populations and accompanying wealth match each other. </a:t>
            </a:r>
          </a:p>
          <a:p>
            <a:pPr marL="285750" indent="-285750">
              <a:buClr>
                <a:schemeClr val="accent1"/>
              </a:buClr>
              <a:buSzPct val="103000"/>
              <a:buFont typeface="Arial" panose="020B0604020202020204" pitchFamily="34" charset="0"/>
              <a:buChar char="•"/>
            </a:pPr>
            <a:r>
              <a:rPr lang="en-US"/>
              <a:t>Bottom: Slovenia, Croatia, and Latvia</a:t>
            </a:r>
          </a:p>
          <a:p>
            <a:pPr marL="285750" indent="-285750">
              <a:buClr>
                <a:schemeClr val="accent1"/>
              </a:buClr>
              <a:buSzPct val="103000"/>
              <a:buFont typeface="Arial" panose="020B0604020202020204" pitchFamily="34" charset="0"/>
              <a:buChar char="•"/>
            </a:pPr>
            <a:r>
              <a:rPr lang="en-US"/>
              <a:t>Younger countries without much industry</a:t>
            </a:r>
          </a:p>
          <a:p>
            <a:pPr marL="285750" lvl="2" indent="-285750">
              <a:buClr>
                <a:schemeClr val="accent1"/>
              </a:buClr>
              <a:buSzPct val="103000"/>
              <a:buFont typeface="Arial" panose="020B0604020202020204" pitchFamily="34" charset="0"/>
              <a:buChar char="•"/>
            </a:pPr>
            <a:endParaRPr lang="en-US"/>
          </a:p>
        </p:txBody>
      </p:sp>
      <p:pic>
        <p:nvPicPr>
          <p:cNvPr id="6" name="Picture 5">
            <a:extLst>
              <a:ext uri="{FF2B5EF4-FFF2-40B4-BE49-F238E27FC236}">
                <a16:creationId xmlns:a16="http://schemas.microsoft.com/office/drawing/2014/main" id="{5855950E-B82B-106C-E00D-577CDE3E51E5}"/>
              </a:ext>
            </a:extLst>
          </p:cNvPr>
          <p:cNvPicPr>
            <a:picLocks noChangeAspect="1"/>
          </p:cNvPicPr>
          <p:nvPr/>
        </p:nvPicPr>
        <p:blipFill>
          <a:blip r:embed="rId3"/>
          <a:stretch>
            <a:fillRect/>
          </a:stretch>
        </p:blipFill>
        <p:spPr>
          <a:xfrm>
            <a:off x="0" y="736071"/>
            <a:ext cx="5391807" cy="3776808"/>
          </a:xfrm>
          <a:prstGeom prst="rect">
            <a:avLst/>
          </a:prstGeom>
        </p:spPr>
      </p:pic>
    </p:spTree>
    <p:extLst>
      <p:ext uri="{BB962C8B-B14F-4D97-AF65-F5344CB8AC3E}">
        <p14:creationId xmlns:p14="http://schemas.microsoft.com/office/powerpoint/2010/main" val="1728528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3E37-B5DF-C4F9-6619-B95913EA058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D62AF1F-F2AE-DDB4-BDF8-66CE92110E37}"/>
              </a:ext>
            </a:extLst>
          </p:cNvPr>
          <p:cNvSpPr>
            <a:spLocks noGrp="1"/>
          </p:cNvSpPr>
          <p:nvPr>
            <p:ph type="title"/>
          </p:nvPr>
        </p:nvSpPr>
        <p:spPr>
          <a:xfrm>
            <a:off x="720000" y="334125"/>
            <a:ext cx="7704000" cy="372119"/>
          </a:xfrm>
        </p:spPr>
        <p:txBody>
          <a:bodyPr/>
          <a:lstStyle/>
          <a:p>
            <a:pPr algn="l"/>
            <a:r>
              <a:rPr lang="en-US" sz="1600"/>
              <a:t>Modeling: Linear by Year</a:t>
            </a:r>
          </a:p>
        </p:txBody>
      </p:sp>
      <p:sp>
        <p:nvSpPr>
          <p:cNvPr id="4" name="TextBox 3">
            <a:extLst>
              <a:ext uri="{FF2B5EF4-FFF2-40B4-BE49-F238E27FC236}">
                <a16:creationId xmlns:a16="http://schemas.microsoft.com/office/drawing/2014/main" id="{ECD7A5F3-40B3-4780-60EA-D43A0763BDB1}"/>
              </a:ext>
            </a:extLst>
          </p:cNvPr>
          <p:cNvSpPr txBox="1"/>
          <p:nvPr/>
        </p:nvSpPr>
        <p:spPr>
          <a:xfrm>
            <a:off x="5383924" y="575441"/>
            <a:ext cx="3626069" cy="4401205"/>
          </a:xfrm>
          <a:prstGeom prst="rect">
            <a:avLst/>
          </a:prstGeom>
          <a:noFill/>
        </p:spPr>
        <p:txBody>
          <a:bodyPr wrap="square" rtlCol="0">
            <a:spAutoFit/>
          </a:bodyPr>
          <a:lstStyle/>
          <a:p>
            <a:pPr marL="285750" indent="-285750">
              <a:buClr>
                <a:schemeClr val="accent1"/>
              </a:buClr>
              <a:buSzPct val="103000"/>
              <a:buFont typeface="Arial" panose="020B0604020202020204" pitchFamily="34" charset="0"/>
              <a:buChar char="•"/>
            </a:pPr>
            <a:r>
              <a:rPr lang="en-US"/>
              <a:t>Identified trends in significant years</a:t>
            </a:r>
          </a:p>
          <a:p>
            <a:pPr marL="285750" indent="-285750">
              <a:buClr>
                <a:schemeClr val="accent1"/>
              </a:buClr>
              <a:buSzPct val="103000"/>
              <a:buFont typeface="Arial" panose="020B0604020202020204" pitchFamily="34" charset="0"/>
              <a:buChar char="•"/>
            </a:pPr>
            <a:r>
              <a:rPr lang="en-US"/>
              <a:t>Only one year with non-normal residuals. The UK in 2016 was an outlier due to the beginning of railway strikes causing the ratio to spike.</a:t>
            </a:r>
          </a:p>
          <a:p>
            <a:pPr marL="285750" indent="-285750">
              <a:buClr>
                <a:schemeClr val="accent1"/>
              </a:buClr>
              <a:buSzPct val="103000"/>
              <a:buFont typeface="Arial" panose="020B0604020202020204" pitchFamily="34" charset="0"/>
              <a:buChar char="•"/>
            </a:pPr>
            <a:r>
              <a:rPr lang="en-US"/>
              <a:t>CRI Score – 1/18</a:t>
            </a:r>
          </a:p>
          <a:p>
            <a:pPr marL="285750" indent="-285750">
              <a:buClr>
                <a:schemeClr val="accent1"/>
              </a:buClr>
              <a:buSzPct val="103000"/>
              <a:buFont typeface="Arial" panose="020B0604020202020204" pitchFamily="34" charset="0"/>
              <a:buChar char="•"/>
            </a:pPr>
            <a:r>
              <a:rPr lang="en-US"/>
              <a:t>Negative so more weather events means roads were safer</a:t>
            </a:r>
          </a:p>
          <a:p>
            <a:pPr marL="285750" indent="-285750">
              <a:buClr>
                <a:schemeClr val="accent1"/>
              </a:buClr>
              <a:buSzPct val="103000"/>
              <a:buFont typeface="Arial" panose="020B0604020202020204" pitchFamily="34" charset="0"/>
              <a:buChar char="•"/>
            </a:pPr>
            <a:r>
              <a:rPr lang="en-US"/>
              <a:t>GDP – 11/18</a:t>
            </a:r>
          </a:p>
          <a:p>
            <a:pPr marL="285750" indent="-285750">
              <a:buClr>
                <a:schemeClr val="accent1"/>
              </a:buClr>
              <a:buSzPct val="103000"/>
              <a:buFont typeface="Arial" panose="020B0604020202020204" pitchFamily="34" charset="0"/>
              <a:buChar char="•"/>
            </a:pPr>
            <a:r>
              <a:rPr lang="en-US"/>
              <a:t>Positive because more money means more money to put into infrastructure. Reflected in 2015</a:t>
            </a:r>
          </a:p>
          <a:p>
            <a:pPr marL="285750" indent="-285750">
              <a:buClr>
                <a:schemeClr val="accent1"/>
              </a:buClr>
              <a:buSzPct val="103000"/>
              <a:buFont typeface="Arial" panose="020B0604020202020204" pitchFamily="34" charset="0"/>
              <a:buChar char="•"/>
            </a:pPr>
            <a:r>
              <a:rPr lang="en-US"/>
              <a:t>Area – 7/18</a:t>
            </a:r>
          </a:p>
          <a:p>
            <a:pPr marL="285750" indent="-285750">
              <a:buClr>
                <a:schemeClr val="accent1"/>
              </a:buClr>
              <a:buSzPct val="103000"/>
              <a:buFont typeface="Arial" panose="020B0604020202020204" pitchFamily="34" charset="0"/>
              <a:buChar char="•"/>
            </a:pPr>
            <a:r>
              <a:rPr lang="en-US"/>
              <a:t>Positive because the bigger a country is, the higher number of urban areas develop. This causes increasing amounts of Road Accidents by volume due to increasing intra-city roads.</a:t>
            </a:r>
          </a:p>
          <a:p>
            <a:pPr marL="285750" indent="-285750">
              <a:buClr>
                <a:schemeClr val="accent1"/>
              </a:buClr>
              <a:buSzPct val="103000"/>
              <a:buFont typeface="Arial" panose="020B0604020202020204" pitchFamily="34" charset="0"/>
              <a:buChar char="•"/>
            </a:pPr>
            <a:endParaRPr lang="en-US"/>
          </a:p>
          <a:p>
            <a:pPr marL="285750" lvl="2" indent="-285750">
              <a:buClr>
                <a:schemeClr val="accent1"/>
              </a:buClr>
              <a:buSzPct val="103000"/>
              <a:buFont typeface="Arial" panose="020B0604020202020204" pitchFamily="34" charset="0"/>
              <a:buChar char="•"/>
            </a:pPr>
            <a:endParaRPr lang="en-US"/>
          </a:p>
        </p:txBody>
      </p:sp>
      <p:pic>
        <p:nvPicPr>
          <p:cNvPr id="10" name="Picture 9">
            <a:extLst>
              <a:ext uri="{FF2B5EF4-FFF2-40B4-BE49-F238E27FC236}">
                <a16:creationId xmlns:a16="http://schemas.microsoft.com/office/drawing/2014/main" id="{183D3D21-416D-69DA-DE8F-0D2868AA84AB}"/>
              </a:ext>
            </a:extLst>
          </p:cNvPr>
          <p:cNvPicPr>
            <a:picLocks noChangeAspect="1"/>
          </p:cNvPicPr>
          <p:nvPr/>
        </p:nvPicPr>
        <p:blipFill>
          <a:blip r:embed="rId3"/>
          <a:stretch>
            <a:fillRect/>
          </a:stretch>
        </p:blipFill>
        <p:spPr>
          <a:xfrm>
            <a:off x="0" y="706244"/>
            <a:ext cx="5305097" cy="3716070"/>
          </a:xfrm>
          <a:prstGeom prst="rect">
            <a:avLst/>
          </a:prstGeom>
        </p:spPr>
      </p:pic>
    </p:spTree>
    <p:extLst>
      <p:ext uri="{BB962C8B-B14F-4D97-AF65-F5344CB8AC3E}">
        <p14:creationId xmlns:p14="http://schemas.microsoft.com/office/powerpoint/2010/main" val="607307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B212-04D9-047F-0B4A-3F1293025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3140957-76C0-CBB2-50B1-D4E61D88C845}"/>
              </a:ext>
            </a:extLst>
          </p:cNvPr>
          <p:cNvSpPr>
            <a:spLocks noGrp="1"/>
          </p:cNvSpPr>
          <p:nvPr>
            <p:ph type="title"/>
          </p:nvPr>
        </p:nvSpPr>
        <p:spPr>
          <a:xfrm>
            <a:off x="720000" y="334125"/>
            <a:ext cx="7704000" cy="372119"/>
          </a:xfrm>
        </p:spPr>
        <p:txBody>
          <a:bodyPr/>
          <a:lstStyle/>
          <a:p>
            <a:pPr algn="l"/>
            <a:r>
              <a:rPr lang="en-US" sz="1600"/>
              <a:t>Modeling: Mixed Effects</a:t>
            </a:r>
          </a:p>
        </p:txBody>
      </p:sp>
      <p:graphicFrame>
        <p:nvGraphicFramePr>
          <p:cNvPr id="2" name="Table 1">
            <a:extLst>
              <a:ext uri="{FF2B5EF4-FFF2-40B4-BE49-F238E27FC236}">
                <a16:creationId xmlns:a16="http://schemas.microsoft.com/office/drawing/2014/main" id="{D920FA6E-4DE8-E04C-97DE-28EE41302E7E}"/>
              </a:ext>
            </a:extLst>
          </p:cNvPr>
          <p:cNvGraphicFramePr>
            <a:graphicFrameLocks noGrp="1"/>
          </p:cNvGraphicFramePr>
          <p:nvPr>
            <p:extLst>
              <p:ext uri="{D42A27DB-BD31-4B8C-83A1-F6EECF244321}">
                <p14:modId xmlns:p14="http://schemas.microsoft.com/office/powerpoint/2010/main" val="1382356102"/>
              </p:ext>
            </p:extLst>
          </p:nvPr>
        </p:nvGraphicFramePr>
        <p:xfrm>
          <a:off x="0" y="1125247"/>
          <a:ext cx="6096000" cy="1483360"/>
        </p:xfrm>
        <a:graphic>
          <a:graphicData uri="http://schemas.openxmlformats.org/drawingml/2006/table">
            <a:tbl>
              <a:tblPr firstRow="1" bandRow="1">
                <a:tableStyleId>{69012ECD-51FC-41F1-AA8D-1B2483CD663E}</a:tableStyleId>
              </a:tblPr>
              <a:tblGrid>
                <a:gridCol w="1016000">
                  <a:extLst>
                    <a:ext uri="{9D8B030D-6E8A-4147-A177-3AD203B41FA5}">
                      <a16:colId xmlns:a16="http://schemas.microsoft.com/office/drawing/2014/main" val="2595774281"/>
                    </a:ext>
                  </a:extLst>
                </a:gridCol>
                <a:gridCol w="1016000">
                  <a:extLst>
                    <a:ext uri="{9D8B030D-6E8A-4147-A177-3AD203B41FA5}">
                      <a16:colId xmlns:a16="http://schemas.microsoft.com/office/drawing/2014/main" val="2395292198"/>
                    </a:ext>
                  </a:extLst>
                </a:gridCol>
                <a:gridCol w="1016000">
                  <a:extLst>
                    <a:ext uri="{9D8B030D-6E8A-4147-A177-3AD203B41FA5}">
                      <a16:colId xmlns:a16="http://schemas.microsoft.com/office/drawing/2014/main" val="3673535988"/>
                    </a:ext>
                  </a:extLst>
                </a:gridCol>
                <a:gridCol w="1016000">
                  <a:extLst>
                    <a:ext uri="{9D8B030D-6E8A-4147-A177-3AD203B41FA5}">
                      <a16:colId xmlns:a16="http://schemas.microsoft.com/office/drawing/2014/main" val="340479554"/>
                    </a:ext>
                  </a:extLst>
                </a:gridCol>
                <a:gridCol w="1016000">
                  <a:extLst>
                    <a:ext uri="{9D8B030D-6E8A-4147-A177-3AD203B41FA5}">
                      <a16:colId xmlns:a16="http://schemas.microsoft.com/office/drawing/2014/main" val="509561381"/>
                    </a:ext>
                  </a:extLst>
                </a:gridCol>
                <a:gridCol w="1016000">
                  <a:extLst>
                    <a:ext uri="{9D8B030D-6E8A-4147-A177-3AD203B41FA5}">
                      <a16:colId xmlns:a16="http://schemas.microsoft.com/office/drawing/2014/main" val="3098598502"/>
                    </a:ext>
                  </a:extLst>
                </a:gridCol>
              </a:tblGrid>
              <a:tr h="370840">
                <a:tc>
                  <a:txBody>
                    <a:bodyPr/>
                    <a:lstStyle/>
                    <a:p>
                      <a:r>
                        <a:rPr lang="en-US"/>
                        <a:t>Source</a:t>
                      </a:r>
                    </a:p>
                  </a:txBody>
                  <a:tcPr/>
                </a:tc>
                <a:tc>
                  <a:txBody>
                    <a:bodyPr/>
                    <a:lstStyle/>
                    <a:p>
                      <a:r>
                        <a:rPr lang="en-US"/>
                        <a:t>Estimate</a:t>
                      </a:r>
                    </a:p>
                  </a:txBody>
                  <a:tcPr/>
                </a:tc>
                <a:tc>
                  <a:txBody>
                    <a:bodyPr/>
                    <a:lstStyle/>
                    <a:p>
                      <a:r>
                        <a:rPr lang="en-US"/>
                        <a:t>SE</a:t>
                      </a:r>
                    </a:p>
                  </a:txBody>
                  <a:tcPr/>
                </a:tc>
                <a:tc>
                  <a:txBody>
                    <a:bodyPr/>
                    <a:lstStyle/>
                    <a:p>
                      <a:r>
                        <a:rPr lang="en-US"/>
                        <a:t>DF</a:t>
                      </a:r>
                    </a:p>
                  </a:txBody>
                  <a:tcPr/>
                </a:tc>
                <a:tc>
                  <a:txBody>
                    <a:bodyPr/>
                    <a:lstStyle/>
                    <a:p>
                      <a:r>
                        <a:rPr lang="en-US"/>
                        <a:t>T</a:t>
                      </a:r>
                    </a:p>
                  </a:txBody>
                  <a:tcPr/>
                </a:tc>
                <a:tc>
                  <a:txBody>
                    <a:bodyPr/>
                    <a:lstStyle/>
                    <a:p>
                      <a:r>
                        <a:rPr lang="en-US"/>
                        <a:t>p</a:t>
                      </a:r>
                    </a:p>
                  </a:txBody>
                  <a:tcPr/>
                </a:tc>
                <a:extLst>
                  <a:ext uri="{0D108BD9-81ED-4DB2-BD59-A6C34878D82A}">
                    <a16:rowId xmlns:a16="http://schemas.microsoft.com/office/drawing/2014/main" val="4248455373"/>
                  </a:ext>
                </a:extLst>
              </a:tr>
              <a:tr h="370840">
                <a:tc>
                  <a:txBody>
                    <a:bodyPr/>
                    <a:lstStyle/>
                    <a:p>
                      <a:r>
                        <a:rPr lang="en-US"/>
                        <a:t>(Intercept)</a:t>
                      </a:r>
                    </a:p>
                  </a:txBody>
                  <a:tcPr/>
                </a:tc>
                <a:tc>
                  <a:txBody>
                    <a:bodyPr/>
                    <a:lstStyle/>
                    <a:p>
                      <a:r>
                        <a:rPr lang="en-US"/>
                        <a:t>-22.03</a:t>
                      </a:r>
                    </a:p>
                  </a:txBody>
                  <a:tcPr/>
                </a:tc>
                <a:tc>
                  <a:txBody>
                    <a:bodyPr/>
                    <a:lstStyle/>
                    <a:p>
                      <a:r>
                        <a:rPr lang="en-US"/>
                        <a:t>5.62</a:t>
                      </a:r>
                    </a:p>
                  </a:txBody>
                  <a:tcPr/>
                </a:tc>
                <a:tc>
                  <a:txBody>
                    <a:bodyPr/>
                    <a:lstStyle/>
                    <a:p>
                      <a:r>
                        <a:rPr lang="en-US"/>
                        <a:t>19.31</a:t>
                      </a:r>
                    </a:p>
                  </a:txBody>
                  <a:tcPr/>
                </a:tc>
                <a:tc>
                  <a:txBody>
                    <a:bodyPr/>
                    <a:lstStyle/>
                    <a:p>
                      <a:r>
                        <a:rPr lang="en-US"/>
                        <a:t>-3.92</a:t>
                      </a:r>
                    </a:p>
                  </a:txBody>
                  <a:tcPr/>
                </a:tc>
                <a:tc>
                  <a:txBody>
                    <a:bodyPr/>
                    <a:lstStyle/>
                    <a:p>
                      <a:r>
                        <a:rPr lang="en-US"/>
                        <a:t>0.0009</a:t>
                      </a:r>
                    </a:p>
                  </a:txBody>
                  <a:tcPr/>
                </a:tc>
                <a:extLst>
                  <a:ext uri="{0D108BD9-81ED-4DB2-BD59-A6C34878D82A}">
                    <a16:rowId xmlns:a16="http://schemas.microsoft.com/office/drawing/2014/main" val="4149591587"/>
                  </a:ext>
                </a:extLst>
              </a:tr>
              <a:tr h="370840">
                <a:tc>
                  <a:txBody>
                    <a:bodyPr/>
                    <a:lstStyle/>
                    <a:p>
                      <a:r>
                        <a:rPr lang="en-US"/>
                        <a:t>log(area)</a:t>
                      </a:r>
                    </a:p>
                  </a:txBody>
                  <a:tcPr/>
                </a:tc>
                <a:tc>
                  <a:txBody>
                    <a:bodyPr/>
                    <a:lstStyle/>
                    <a:p>
                      <a:r>
                        <a:rPr lang="en-US"/>
                        <a:t>0.63</a:t>
                      </a:r>
                    </a:p>
                  </a:txBody>
                  <a:tcPr/>
                </a:tc>
                <a:tc>
                  <a:txBody>
                    <a:bodyPr/>
                    <a:lstStyle/>
                    <a:p>
                      <a:r>
                        <a:rPr lang="en-US"/>
                        <a:t>0.30</a:t>
                      </a:r>
                    </a:p>
                  </a:txBody>
                  <a:tcPr/>
                </a:tc>
                <a:tc>
                  <a:txBody>
                    <a:bodyPr/>
                    <a:lstStyle/>
                    <a:p>
                      <a:r>
                        <a:rPr lang="en-US"/>
                        <a:t>14.05</a:t>
                      </a:r>
                    </a:p>
                  </a:txBody>
                  <a:tcPr/>
                </a:tc>
                <a:tc>
                  <a:txBody>
                    <a:bodyPr/>
                    <a:lstStyle/>
                    <a:p>
                      <a:r>
                        <a:rPr lang="en-US"/>
                        <a:t>2.08</a:t>
                      </a:r>
                    </a:p>
                  </a:txBody>
                  <a:tcPr/>
                </a:tc>
                <a:tc>
                  <a:txBody>
                    <a:bodyPr/>
                    <a:lstStyle/>
                    <a:p>
                      <a:r>
                        <a:rPr lang="en-US"/>
                        <a:t>0.056</a:t>
                      </a:r>
                    </a:p>
                  </a:txBody>
                  <a:tcPr/>
                </a:tc>
                <a:extLst>
                  <a:ext uri="{0D108BD9-81ED-4DB2-BD59-A6C34878D82A}">
                    <a16:rowId xmlns:a16="http://schemas.microsoft.com/office/drawing/2014/main" val="123834171"/>
                  </a:ext>
                </a:extLst>
              </a:tr>
              <a:tr h="370840">
                <a:tc>
                  <a:txBody>
                    <a:bodyPr/>
                    <a:lstStyle/>
                    <a:p>
                      <a:r>
                        <a:rPr lang="en-US"/>
                        <a:t>log(</a:t>
                      </a:r>
                      <a:r>
                        <a:rPr lang="en-US" err="1"/>
                        <a:t>gdp</a:t>
                      </a:r>
                      <a:r>
                        <a:rPr lang="en-US"/>
                        <a:t>)</a:t>
                      </a:r>
                    </a:p>
                  </a:txBody>
                  <a:tcPr/>
                </a:tc>
                <a:tc>
                  <a:txBody>
                    <a:bodyPr/>
                    <a:lstStyle/>
                    <a:p>
                      <a:r>
                        <a:rPr lang="en-US"/>
                        <a:t>1.69</a:t>
                      </a:r>
                    </a:p>
                  </a:txBody>
                  <a:tcPr/>
                </a:tc>
                <a:tc>
                  <a:txBody>
                    <a:bodyPr/>
                    <a:lstStyle/>
                    <a:p>
                      <a:r>
                        <a:rPr lang="en-US"/>
                        <a:t>0.46</a:t>
                      </a:r>
                    </a:p>
                  </a:txBody>
                  <a:tcPr/>
                </a:tc>
                <a:tc>
                  <a:txBody>
                    <a:bodyPr/>
                    <a:lstStyle/>
                    <a:p>
                      <a:r>
                        <a:rPr lang="en-US"/>
                        <a:t>25.96</a:t>
                      </a:r>
                    </a:p>
                  </a:txBody>
                  <a:tcPr/>
                </a:tc>
                <a:tc>
                  <a:txBody>
                    <a:bodyPr/>
                    <a:lstStyle/>
                    <a:p>
                      <a:r>
                        <a:rPr lang="en-US"/>
                        <a:t>3.64</a:t>
                      </a:r>
                    </a:p>
                  </a:txBody>
                  <a:tcPr/>
                </a:tc>
                <a:tc>
                  <a:txBody>
                    <a:bodyPr/>
                    <a:lstStyle/>
                    <a:p>
                      <a:r>
                        <a:rPr lang="en-US"/>
                        <a:t>0.001</a:t>
                      </a:r>
                    </a:p>
                  </a:txBody>
                  <a:tcPr/>
                </a:tc>
                <a:extLst>
                  <a:ext uri="{0D108BD9-81ED-4DB2-BD59-A6C34878D82A}">
                    <a16:rowId xmlns:a16="http://schemas.microsoft.com/office/drawing/2014/main" val="549307158"/>
                  </a:ext>
                </a:extLst>
              </a:tr>
            </a:tbl>
          </a:graphicData>
        </a:graphic>
      </p:graphicFrame>
      <p:graphicFrame>
        <p:nvGraphicFramePr>
          <p:cNvPr id="3" name="Table 2">
            <a:extLst>
              <a:ext uri="{FF2B5EF4-FFF2-40B4-BE49-F238E27FC236}">
                <a16:creationId xmlns:a16="http://schemas.microsoft.com/office/drawing/2014/main" id="{D8F10BD9-27D0-AB9A-50E8-CD87D9D73FCE}"/>
              </a:ext>
            </a:extLst>
          </p:cNvPr>
          <p:cNvGraphicFramePr>
            <a:graphicFrameLocks noGrp="1"/>
          </p:cNvGraphicFramePr>
          <p:nvPr>
            <p:extLst>
              <p:ext uri="{D42A27DB-BD31-4B8C-83A1-F6EECF244321}">
                <p14:modId xmlns:p14="http://schemas.microsoft.com/office/powerpoint/2010/main" val="3715057266"/>
              </p:ext>
            </p:extLst>
          </p:nvPr>
        </p:nvGraphicFramePr>
        <p:xfrm>
          <a:off x="-1" y="2905733"/>
          <a:ext cx="3775840" cy="1112520"/>
        </p:xfrm>
        <a:graphic>
          <a:graphicData uri="http://schemas.openxmlformats.org/drawingml/2006/table">
            <a:tbl>
              <a:tblPr firstRow="1" bandRow="1">
                <a:tableStyleId>{72833802-FEF1-4C79-8D5D-14CF1EAF98D9}</a:tableStyleId>
              </a:tblPr>
              <a:tblGrid>
                <a:gridCol w="943960">
                  <a:extLst>
                    <a:ext uri="{9D8B030D-6E8A-4147-A177-3AD203B41FA5}">
                      <a16:colId xmlns:a16="http://schemas.microsoft.com/office/drawing/2014/main" val="2595774281"/>
                    </a:ext>
                  </a:extLst>
                </a:gridCol>
                <a:gridCol w="943960">
                  <a:extLst>
                    <a:ext uri="{9D8B030D-6E8A-4147-A177-3AD203B41FA5}">
                      <a16:colId xmlns:a16="http://schemas.microsoft.com/office/drawing/2014/main" val="2395292198"/>
                    </a:ext>
                  </a:extLst>
                </a:gridCol>
                <a:gridCol w="943960">
                  <a:extLst>
                    <a:ext uri="{9D8B030D-6E8A-4147-A177-3AD203B41FA5}">
                      <a16:colId xmlns:a16="http://schemas.microsoft.com/office/drawing/2014/main" val="3673535988"/>
                    </a:ext>
                  </a:extLst>
                </a:gridCol>
                <a:gridCol w="943960">
                  <a:extLst>
                    <a:ext uri="{9D8B030D-6E8A-4147-A177-3AD203B41FA5}">
                      <a16:colId xmlns:a16="http://schemas.microsoft.com/office/drawing/2014/main" val="3655789927"/>
                    </a:ext>
                  </a:extLst>
                </a:gridCol>
              </a:tblGrid>
              <a:tr h="370840">
                <a:tc>
                  <a:txBody>
                    <a:bodyPr/>
                    <a:lstStyle/>
                    <a:p>
                      <a:r>
                        <a:rPr lang="en-US"/>
                        <a:t>Groups</a:t>
                      </a:r>
                    </a:p>
                  </a:txBody>
                  <a:tcPr/>
                </a:tc>
                <a:tc>
                  <a:txBody>
                    <a:bodyPr/>
                    <a:lstStyle/>
                    <a:p>
                      <a:r>
                        <a:rPr lang="en-US"/>
                        <a:t>Variance</a:t>
                      </a:r>
                    </a:p>
                  </a:txBody>
                  <a:tcPr/>
                </a:tc>
                <a:tc>
                  <a:txBody>
                    <a:bodyPr/>
                    <a:lstStyle/>
                    <a:p>
                      <a:r>
                        <a:rPr lang="en-US"/>
                        <a:t>SD</a:t>
                      </a:r>
                    </a:p>
                  </a:txBody>
                  <a:tcPr/>
                </a:tc>
                <a:tc>
                  <a:txBody>
                    <a:bodyPr/>
                    <a:lstStyle/>
                    <a:p>
                      <a:r>
                        <a:rPr lang="en-US"/>
                        <a:t>% Var</a:t>
                      </a:r>
                    </a:p>
                  </a:txBody>
                  <a:tcPr/>
                </a:tc>
                <a:extLst>
                  <a:ext uri="{0D108BD9-81ED-4DB2-BD59-A6C34878D82A}">
                    <a16:rowId xmlns:a16="http://schemas.microsoft.com/office/drawing/2014/main" val="4248455373"/>
                  </a:ext>
                </a:extLst>
              </a:tr>
              <a:tr h="370840">
                <a:tc>
                  <a:txBody>
                    <a:bodyPr/>
                    <a:lstStyle/>
                    <a:p>
                      <a:r>
                        <a:rPr lang="en-US"/>
                        <a:t>geo</a:t>
                      </a:r>
                    </a:p>
                  </a:txBody>
                  <a:tcPr/>
                </a:tc>
                <a:tc>
                  <a:txBody>
                    <a:bodyPr/>
                    <a:lstStyle/>
                    <a:p>
                      <a:r>
                        <a:rPr lang="en-US"/>
                        <a:t>1.741</a:t>
                      </a:r>
                    </a:p>
                  </a:txBody>
                  <a:tcPr/>
                </a:tc>
                <a:tc>
                  <a:txBody>
                    <a:bodyPr/>
                    <a:lstStyle/>
                    <a:p>
                      <a:r>
                        <a:rPr lang="en-US"/>
                        <a:t>1.319</a:t>
                      </a:r>
                    </a:p>
                  </a:txBody>
                  <a:tcPr/>
                </a:tc>
                <a:tc>
                  <a:txBody>
                    <a:bodyPr/>
                    <a:lstStyle/>
                    <a:p>
                      <a:r>
                        <a:rPr lang="en-US"/>
                        <a:t>83.67%</a:t>
                      </a:r>
                    </a:p>
                  </a:txBody>
                  <a:tcPr/>
                </a:tc>
                <a:extLst>
                  <a:ext uri="{0D108BD9-81ED-4DB2-BD59-A6C34878D82A}">
                    <a16:rowId xmlns:a16="http://schemas.microsoft.com/office/drawing/2014/main" val="4149591587"/>
                  </a:ext>
                </a:extLst>
              </a:tr>
              <a:tr h="370840">
                <a:tc>
                  <a:txBody>
                    <a:bodyPr/>
                    <a:lstStyle/>
                    <a:p>
                      <a:r>
                        <a:rPr lang="en-US"/>
                        <a:t>Residual</a:t>
                      </a:r>
                    </a:p>
                  </a:txBody>
                  <a:tcPr/>
                </a:tc>
                <a:tc>
                  <a:txBody>
                    <a:bodyPr/>
                    <a:lstStyle/>
                    <a:p>
                      <a:r>
                        <a:rPr lang="en-US"/>
                        <a:t>2.067</a:t>
                      </a:r>
                    </a:p>
                  </a:txBody>
                  <a:tcPr/>
                </a:tc>
                <a:tc>
                  <a:txBody>
                    <a:bodyPr/>
                    <a:lstStyle/>
                    <a:p>
                      <a:r>
                        <a:rPr lang="en-US"/>
                        <a:t>1.438</a:t>
                      </a:r>
                    </a:p>
                  </a:txBody>
                  <a:tcPr/>
                </a:tc>
                <a:tc>
                  <a:txBody>
                    <a:bodyPr/>
                    <a:lstStyle/>
                    <a:p>
                      <a:r>
                        <a:rPr lang="en-US"/>
                        <a:t>100%</a:t>
                      </a:r>
                    </a:p>
                  </a:txBody>
                  <a:tcPr/>
                </a:tc>
                <a:extLst>
                  <a:ext uri="{0D108BD9-81ED-4DB2-BD59-A6C34878D82A}">
                    <a16:rowId xmlns:a16="http://schemas.microsoft.com/office/drawing/2014/main" val="123834171"/>
                  </a:ext>
                </a:extLst>
              </a:tr>
            </a:tbl>
          </a:graphicData>
        </a:graphic>
      </p:graphicFrame>
      <p:sp>
        <p:nvSpPr>
          <p:cNvPr id="7" name="TextBox 6">
            <a:extLst>
              <a:ext uri="{FF2B5EF4-FFF2-40B4-BE49-F238E27FC236}">
                <a16:creationId xmlns:a16="http://schemas.microsoft.com/office/drawing/2014/main" id="{1B5AFA5D-FDC6-B558-43B1-C1DEBE3A4B23}"/>
              </a:ext>
            </a:extLst>
          </p:cNvPr>
          <p:cNvSpPr txBox="1"/>
          <p:nvPr/>
        </p:nvSpPr>
        <p:spPr>
          <a:xfrm>
            <a:off x="3870434" y="2905733"/>
            <a:ext cx="2452916" cy="1169551"/>
          </a:xfrm>
          <a:prstGeom prst="rect">
            <a:avLst/>
          </a:prstGeom>
          <a:noFill/>
        </p:spPr>
        <p:txBody>
          <a:bodyPr wrap="none" rtlCol="0">
            <a:spAutoFit/>
          </a:bodyPr>
          <a:lstStyle/>
          <a:p>
            <a:r>
              <a:rPr lang="en-US"/>
              <a:t>geo accounts for much of</a:t>
            </a:r>
          </a:p>
          <a:p>
            <a:r>
              <a:rPr lang="en-US"/>
              <a:t>the variance due to differing</a:t>
            </a:r>
          </a:p>
          <a:p>
            <a:r>
              <a:rPr lang="en-US"/>
              <a:t>intangibles between cultures</a:t>
            </a:r>
          </a:p>
          <a:p>
            <a:r>
              <a:rPr lang="en-US"/>
              <a:t>that are not accounted for</a:t>
            </a:r>
          </a:p>
          <a:p>
            <a:r>
              <a:rPr lang="en-US"/>
              <a:t>in the model</a:t>
            </a:r>
          </a:p>
        </p:txBody>
      </p:sp>
      <p:sp>
        <p:nvSpPr>
          <p:cNvPr id="8" name="TextBox 7">
            <a:extLst>
              <a:ext uri="{FF2B5EF4-FFF2-40B4-BE49-F238E27FC236}">
                <a16:creationId xmlns:a16="http://schemas.microsoft.com/office/drawing/2014/main" id="{4EC64F63-607D-AC90-13B6-760EF72C0260}"/>
              </a:ext>
            </a:extLst>
          </p:cNvPr>
          <p:cNvSpPr txBox="1"/>
          <p:nvPr/>
        </p:nvSpPr>
        <p:spPr>
          <a:xfrm>
            <a:off x="6258910" y="1198179"/>
            <a:ext cx="2885090" cy="160043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a:t>GDP – very significant</a:t>
            </a:r>
          </a:p>
          <a:p>
            <a:pPr marL="285750" indent="-285750">
              <a:buClr>
                <a:schemeClr val="accent1"/>
              </a:buClr>
              <a:buFont typeface="Arial" panose="020B0604020202020204" pitchFamily="34" charset="0"/>
              <a:buChar char="•"/>
            </a:pPr>
            <a:r>
              <a:rPr lang="en-US"/>
              <a:t>Area- only significant at 90% but kept in model for prediction accuracy</a:t>
            </a:r>
          </a:p>
          <a:p>
            <a:pPr marL="285750" indent="-285750">
              <a:buClr>
                <a:schemeClr val="accent1"/>
              </a:buClr>
              <a:buFont typeface="Arial" panose="020B0604020202020204" pitchFamily="34" charset="0"/>
              <a:buChar char="•"/>
            </a:pPr>
            <a:r>
              <a:rPr lang="en-US"/>
              <a:t>CRI – removed as it was never significant (p&gt;0.25) across all tested models</a:t>
            </a:r>
          </a:p>
        </p:txBody>
      </p:sp>
    </p:spTree>
    <p:extLst>
      <p:ext uri="{BB962C8B-B14F-4D97-AF65-F5344CB8AC3E}">
        <p14:creationId xmlns:p14="http://schemas.microsoft.com/office/powerpoint/2010/main" val="4138598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DE0B8-B36F-CAB9-7978-D201E19B6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18FB2D-E6AA-A2FE-D18D-24DE44A04C28}"/>
              </a:ext>
            </a:extLst>
          </p:cNvPr>
          <p:cNvSpPr>
            <a:spLocks noGrp="1"/>
          </p:cNvSpPr>
          <p:nvPr>
            <p:ph type="title"/>
          </p:nvPr>
        </p:nvSpPr>
        <p:spPr>
          <a:xfrm>
            <a:off x="720000" y="334125"/>
            <a:ext cx="7704000" cy="372119"/>
          </a:xfrm>
        </p:spPr>
        <p:txBody>
          <a:bodyPr/>
          <a:lstStyle/>
          <a:p>
            <a:pPr algn="l"/>
            <a:r>
              <a:rPr lang="en-US" sz="1600"/>
              <a:t>Modeling: Mixed Effects </a:t>
            </a:r>
            <a:r>
              <a:rPr lang="en-US" sz="1600" err="1"/>
              <a:t>GoF</a:t>
            </a:r>
            <a:endParaRPr lang="en-US" sz="1600"/>
          </a:p>
        </p:txBody>
      </p:sp>
      <p:pic>
        <p:nvPicPr>
          <p:cNvPr id="6" name="Picture 5">
            <a:extLst>
              <a:ext uri="{FF2B5EF4-FFF2-40B4-BE49-F238E27FC236}">
                <a16:creationId xmlns:a16="http://schemas.microsoft.com/office/drawing/2014/main" id="{5D206641-1524-7A64-124A-9BAECB059BC7}"/>
              </a:ext>
            </a:extLst>
          </p:cNvPr>
          <p:cNvPicPr>
            <a:picLocks noChangeAspect="1"/>
          </p:cNvPicPr>
          <p:nvPr/>
        </p:nvPicPr>
        <p:blipFill>
          <a:blip r:embed="rId3"/>
          <a:stretch>
            <a:fillRect/>
          </a:stretch>
        </p:blipFill>
        <p:spPr>
          <a:xfrm>
            <a:off x="72856" y="706244"/>
            <a:ext cx="3279343" cy="2297087"/>
          </a:xfrm>
          <a:prstGeom prst="rect">
            <a:avLst/>
          </a:prstGeom>
        </p:spPr>
      </p:pic>
      <p:pic>
        <p:nvPicPr>
          <p:cNvPr id="10" name="Picture 9">
            <a:extLst>
              <a:ext uri="{FF2B5EF4-FFF2-40B4-BE49-F238E27FC236}">
                <a16:creationId xmlns:a16="http://schemas.microsoft.com/office/drawing/2014/main" id="{D30F1C21-358B-0037-C7E7-4C5C284B0728}"/>
              </a:ext>
            </a:extLst>
          </p:cNvPr>
          <p:cNvPicPr>
            <a:picLocks noChangeAspect="1"/>
          </p:cNvPicPr>
          <p:nvPr/>
        </p:nvPicPr>
        <p:blipFill>
          <a:blip r:embed="rId4"/>
          <a:stretch>
            <a:fillRect/>
          </a:stretch>
        </p:blipFill>
        <p:spPr>
          <a:xfrm>
            <a:off x="1659848" y="2940270"/>
            <a:ext cx="3195932" cy="2238660"/>
          </a:xfrm>
          <a:prstGeom prst="rect">
            <a:avLst/>
          </a:prstGeom>
        </p:spPr>
      </p:pic>
      <p:sp>
        <p:nvSpPr>
          <p:cNvPr id="11" name="TextBox 10">
            <a:extLst>
              <a:ext uri="{FF2B5EF4-FFF2-40B4-BE49-F238E27FC236}">
                <a16:creationId xmlns:a16="http://schemas.microsoft.com/office/drawing/2014/main" id="{B260A057-6A05-5686-2091-336191D51C17}"/>
              </a:ext>
            </a:extLst>
          </p:cNvPr>
          <p:cNvSpPr txBox="1"/>
          <p:nvPr/>
        </p:nvSpPr>
        <p:spPr>
          <a:xfrm>
            <a:off x="5541579" y="906517"/>
            <a:ext cx="3602421" cy="3036729"/>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a:t>AIC = 777.22</a:t>
            </a:r>
          </a:p>
          <a:p>
            <a:pPr marL="285750" indent="-285750">
              <a:buClr>
                <a:schemeClr val="accent1"/>
              </a:buClr>
              <a:buFont typeface="Arial" panose="020B0604020202020204" pitchFamily="34" charset="0"/>
              <a:buChar char="•"/>
            </a:pPr>
            <a:r>
              <a:rPr lang="en-US"/>
              <a:t>BIC = 793.8106</a:t>
            </a:r>
          </a:p>
          <a:p>
            <a:pPr marL="285750" indent="-285750">
              <a:buClr>
                <a:schemeClr val="accent1"/>
              </a:buClr>
              <a:buFont typeface="Arial" panose="020B0604020202020204" pitchFamily="34" charset="0"/>
              <a:buChar char="•"/>
            </a:pPr>
            <a:r>
              <a:rPr lang="en-US"/>
              <a:t>R</a:t>
            </a:r>
            <a:r>
              <a:rPr lang="en-US" baseline="30000"/>
              <a:t>2</a:t>
            </a:r>
            <a:r>
              <a:rPr lang="en-US" baseline="-25000"/>
              <a:t>conditional </a:t>
            </a:r>
            <a:r>
              <a:rPr lang="en-US"/>
              <a:t>= 0.6342995</a:t>
            </a:r>
          </a:p>
          <a:p>
            <a:pPr marL="285750" indent="-285750">
              <a:buClr>
                <a:schemeClr val="accent1"/>
              </a:buClr>
              <a:buFont typeface="Arial" panose="020B0604020202020204" pitchFamily="34" charset="0"/>
              <a:buChar char="•"/>
            </a:pPr>
            <a:r>
              <a:rPr lang="en-US"/>
              <a:t>R</a:t>
            </a:r>
            <a:r>
              <a:rPr lang="en-US" baseline="30000"/>
              <a:t>2</a:t>
            </a:r>
            <a:r>
              <a:rPr lang="en-US" baseline="-25000"/>
              <a:t>marginal </a:t>
            </a:r>
            <a:r>
              <a:rPr lang="en-US"/>
              <a:t>= 0.328275</a:t>
            </a:r>
          </a:p>
          <a:p>
            <a:pPr marL="285750" indent="-285750">
              <a:buClr>
                <a:schemeClr val="accent1"/>
              </a:buClr>
              <a:buFont typeface="Arial" panose="020B0604020202020204" pitchFamily="34" charset="0"/>
              <a:buChar char="•"/>
            </a:pPr>
            <a:r>
              <a:rPr lang="en-US"/>
              <a:t>Extremely heavy tails though no signs of skewness</a:t>
            </a:r>
          </a:p>
          <a:p>
            <a:pPr marL="285750" indent="-285750">
              <a:buClr>
                <a:schemeClr val="accent1"/>
              </a:buClr>
              <a:buFont typeface="Arial" panose="020B0604020202020204" pitchFamily="34" charset="0"/>
              <a:buChar char="•"/>
            </a:pPr>
            <a:r>
              <a:rPr lang="en-US"/>
              <a:t>Heteroskedasticity</a:t>
            </a:r>
          </a:p>
          <a:p>
            <a:pPr marL="285750" indent="-285750">
              <a:buClr>
                <a:schemeClr val="accent1"/>
              </a:buClr>
              <a:buFont typeface="Arial" panose="020B0604020202020204" pitchFamily="34" charset="0"/>
              <a:buChar char="•"/>
            </a:pPr>
            <a:r>
              <a:rPr lang="en-US"/>
              <a:t>As countries have higher GDP per capita that is usually correlated with a greater amount of differing lifestyles</a:t>
            </a:r>
          </a:p>
          <a:p>
            <a:pPr marL="285750" indent="-285750">
              <a:buClr>
                <a:schemeClr val="accent1"/>
              </a:buClr>
              <a:buFont typeface="Arial" panose="020B0604020202020204" pitchFamily="34" charset="0"/>
              <a:buChar char="•"/>
            </a:pPr>
            <a:r>
              <a:rPr lang="en-US"/>
              <a:t>Bigger countries have greater space for locations with differing transport cultures</a:t>
            </a:r>
          </a:p>
          <a:p>
            <a:pPr marL="285750" indent="-285750">
              <a:buClr>
                <a:schemeClr val="accent1"/>
              </a:buClr>
              <a:buFont typeface="Arial" panose="020B0604020202020204" pitchFamily="34" charset="0"/>
              <a:buChar char="•"/>
            </a:pPr>
            <a:endParaRPr lang="en-US" baseline="-25000"/>
          </a:p>
        </p:txBody>
      </p:sp>
    </p:spTree>
    <p:extLst>
      <p:ext uri="{BB962C8B-B14F-4D97-AF65-F5344CB8AC3E}">
        <p14:creationId xmlns:p14="http://schemas.microsoft.com/office/powerpoint/2010/main" val="3855716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610D5EC-BEFD-62BF-F801-D67D3BACEB6B}"/>
              </a:ext>
            </a:extLst>
          </p:cNvPr>
          <p:cNvGraphicFramePr>
            <a:graphicFrameLocks noGrp="1"/>
          </p:cNvGraphicFramePr>
          <p:nvPr>
            <p:extLst>
              <p:ext uri="{D42A27DB-BD31-4B8C-83A1-F6EECF244321}">
                <p14:modId xmlns:p14="http://schemas.microsoft.com/office/powerpoint/2010/main" val="1427557957"/>
              </p:ext>
            </p:extLst>
          </p:nvPr>
        </p:nvGraphicFramePr>
        <p:xfrm>
          <a:off x="214804" y="969469"/>
          <a:ext cx="8714391" cy="2971843"/>
        </p:xfrm>
        <a:graphic>
          <a:graphicData uri="http://schemas.openxmlformats.org/drawingml/2006/table">
            <a:tbl>
              <a:tblPr firstRow="1" bandRow="1">
                <a:tableStyleId>{5A111915-BE36-4E01-A7E5-04B1672EAD32}</a:tableStyleId>
              </a:tblPr>
              <a:tblGrid>
                <a:gridCol w="1453274">
                  <a:extLst>
                    <a:ext uri="{9D8B030D-6E8A-4147-A177-3AD203B41FA5}">
                      <a16:colId xmlns:a16="http://schemas.microsoft.com/office/drawing/2014/main" val="3126954511"/>
                    </a:ext>
                  </a:extLst>
                </a:gridCol>
                <a:gridCol w="1453274">
                  <a:extLst>
                    <a:ext uri="{9D8B030D-6E8A-4147-A177-3AD203B41FA5}">
                      <a16:colId xmlns:a16="http://schemas.microsoft.com/office/drawing/2014/main" val="1735044337"/>
                    </a:ext>
                  </a:extLst>
                </a:gridCol>
                <a:gridCol w="1453274">
                  <a:extLst>
                    <a:ext uri="{9D8B030D-6E8A-4147-A177-3AD203B41FA5}">
                      <a16:colId xmlns:a16="http://schemas.microsoft.com/office/drawing/2014/main" val="559707772"/>
                    </a:ext>
                  </a:extLst>
                </a:gridCol>
                <a:gridCol w="1453274">
                  <a:extLst>
                    <a:ext uri="{9D8B030D-6E8A-4147-A177-3AD203B41FA5}">
                      <a16:colId xmlns:a16="http://schemas.microsoft.com/office/drawing/2014/main" val="1131419475"/>
                    </a:ext>
                  </a:extLst>
                </a:gridCol>
                <a:gridCol w="1453274">
                  <a:extLst>
                    <a:ext uri="{9D8B030D-6E8A-4147-A177-3AD203B41FA5}">
                      <a16:colId xmlns:a16="http://schemas.microsoft.com/office/drawing/2014/main" val="1285283266"/>
                    </a:ext>
                  </a:extLst>
                </a:gridCol>
                <a:gridCol w="1448021">
                  <a:extLst>
                    <a:ext uri="{9D8B030D-6E8A-4147-A177-3AD203B41FA5}">
                      <a16:colId xmlns:a16="http://schemas.microsoft.com/office/drawing/2014/main" val="3064493800"/>
                    </a:ext>
                  </a:extLst>
                </a:gridCol>
              </a:tblGrid>
              <a:tr h="339068">
                <a:tc>
                  <a:txBody>
                    <a:bodyPr/>
                    <a:lstStyle/>
                    <a:p>
                      <a:r>
                        <a:rPr lang="en-US"/>
                        <a:t>State</a:t>
                      </a:r>
                    </a:p>
                  </a:txBody>
                  <a:tcPr/>
                </a:tc>
                <a:tc>
                  <a:txBody>
                    <a:bodyPr/>
                    <a:lstStyle/>
                    <a:p>
                      <a:r>
                        <a:rPr lang="en-US"/>
                        <a:t>EU</a:t>
                      </a:r>
                    </a:p>
                  </a:txBody>
                  <a:tcPr/>
                </a:tc>
                <a:tc>
                  <a:txBody>
                    <a:bodyPr/>
                    <a:lstStyle/>
                    <a:p>
                      <a:r>
                        <a:rPr lang="en-US"/>
                        <a:t>Marginal</a:t>
                      </a:r>
                    </a:p>
                  </a:txBody>
                  <a:tcPr/>
                </a:tc>
                <a:tc>
                  <a:txBody>
                    <a:bodyPr/>
                    <a:lstStyle/>
                    <a:p>
                      <a:r>
                        <a:rPr lang="en-US"/>
                        <a:t>Marginal CI</a:t>
                      </a:r>
                    </a:p>
                  </a:txBody>
                  <a:tcPr/>
                </a:tc>
                <a:tc>
                  <a:txBody>
                    <a:bodyPr/>
                    <a:lstStyle/>
                    <a:p>
                      <a:r>
                        <a:rPr lang="en-US"/>
                        <a:t>Conditional</a:t>
                      </a:r>
                    </a:p>
                  </a:txBody>
                  <a:tcPr/>
                </a:tc>
                <a:tc>
                  <a:txBody>
                    <a:bodyPr/>
                    <a:lstStyle/>
                    <a:p>
                      <a:r>
                        <a:rPr lang="en-US"/>
                        <a:t>Conditional CI</a:t>
                      </a:r>
                    </a:p>
                  </a:txBody>
                  <a:tcPr/>
                </a:tc>
                <a:extLst>
                  <a:ext uri="{0D108BD9-81ED-4DB2-BD59-A6C34878D82A}">
                    <a16:rowId xmlns:a16="http://schemas.microsoft.com/office/drawing/2014/main" val="3653820654"/>
                  </a:ext>
                </a:extLst>
              </a:tr>
              <a:tr h="526555">
                <a:tc>
                  <a:txBody>
                    <a:bodyPr/>
                    <a:lstStyle/>
                    <a:p>
                      <a:r>
                        <a:rPr lang="en-US"/>
                        <a:t>TX</a:t>
                      </a:r>
                    </a:p>
                  </a:txBody>
                  <a:tcPr/>
                </a:tc>
                <a:tc>
                  <a:txBody>
                    <a:bodyPr/>
                    <a:lstStyle/>
                    <a:p>
                      <a:r>
                        <a:rPr lang="en-US"/>
                        <a:t>NO</a:t>
                      </a:r>
                    </a:p>
                  </a:txBody>
                  <a:tcPr/>
                </a:tc>
                <a:tc>
                  <a:txBody>
                    <a:bodyPr/>
                    <a:lstStyle/>
                    <a:p>
                      <a:r>
                        <a:rPr lang="en-US"/>
                        <a:t>5.53</a:t>
                      </a:r>
                    </a:p>
                  </a:txBody>
                  <a:tcPr/>
                </a:tc>
                <a:tc>
                  <a:txBody>
                    <a:bodyPr/>
                    <a:lstStyle/>
                    <a:p>
                      <a:r>
                        <a:rPr lang="en-US"/>
                        <a:t>(2.330,8.58)</a:t>
                      </a:r>
                    </a:p>
                  </a:txBody>
                  <a:tcPr/>
                </a:tc>
                <a:tc>
                  <a:txBody>
                    <a:bodyPr/>
                    <a:lstStyle/>
                    <a:p>
                      <a:r>
                        <a:rPr lang="en-US"/>
                        <a:t>7.07</a:t>
                      </a:r>
                    </a:p>
                  </a:txBody>
                  <a:tcPr/>
                </a:tc>
                <a:tc>
                  <a:txBody>
                    <a:bodyPr/>
                    <a:lstStyle/>
                    <a:p>
                      <a:r>
                        <a:rPr lang="en-US"/>
                        <a:t>(3.75,10.12)</a:t>
                      </a:r>
                    </a:p>
                  </a:txBody>
                  <a:tcPr/>
                </a:tc>
                <a:extLst>
                  <a:ext uri="{0D108BD9-81ED-4DB2-BD59-A6C34878D82A}">
                    <a16:rowId xmlns:a16="http://schemas.microsoft.com/office/drawing/2014/main" val="3162850456"/>
                  </a:ext>
                </a:extLst>
              </a:tr>
              <a:tr h="526555">
                <a:tc>
                  <a:txBody>
                    <a:bodyPr/>
                    <a:lstStyle/>
                    <a:p>
                      <a:r>
                        <a:rPr lang="en-US"/>
                        <a:t>CA</a:t>
                      </a:r>
                    </a:p>
                  </a:txBody>
                  <a:tcPr/>
                </a:tc>
                <a:tc>
                  <a:txBody>
                    <a:bodyPr/>
                    <a:lstStyle/>
                    <a:p>
                      <a:r>
                        <a:rPr lang="en-US"/>
                        <a:t>CH</a:t>
                      </a:r>
                    </a:p>
                  </a:txBody>
                  <a:tcPr/>
                </a:tc>
                <a:tc>
                  <a:txBody>
                    <a:bodyPr/>
                    <a:lstStyle/>
                    <a:p>
                      <a:r>
                        <a:rPr lang="en-US"/>
                        <a:t>5.70</a:t>
                      </a:r>
                    </a:p>
                  </a:txBody>
                  <a:tcPr/>
                </a:tc>
                <a:tc>
                  <a:txBody>
                    <a:bodyPr/>
                    <a:lstStyle/>
                    <a:p>
                      <a:r>
                        <a:rPr lang="en-US"/>
                        <a:t>(2.40,8.58)</a:t>
                      </a:r>
                    </a:p>
                  </a:txBody>
                  <a:tcPr/>
                </a:tc>
                <a:tc>
                  <a:txBody>
                    <a:bodyPr/>
                    <a:lstStyle/>
                    <a:p>
                      <a:r>
                        <a:rPr lang="en-US"/>
                        <a:t>6.92</a:t>
                      </a:r>
                    </a:p>
                  </a:txBody>
                  <a:tcPr/>
                </a:tc>
                <a:tc>
                  <a:txBody>
                    <a:bodyPr/>
                    <a:lstStyle/>
                    <a:p>
                      <a:r>
                        <a:rPr lang="en-US"/>
                        <a:t>(3.65,9.99)</a:t>
                      </a:r>
                    </a:p>
                  </a:txBody>
                  <a:tcPr/>
                </a:tc>
                <a:extLst>
                  <a:ext uri="{0D108BD9-81ED-4DB2-BD59-A6C34878D82A}">
                    <a16:rowId xmlns:a16="http://schemas.microsoft.com/office/drawing/2014/main" val="2471699461"/>
                  </a:ext>
                </a:extLst>
              </a:tr>
              <a:tr h="526555">
                <a:tc>
                  <a:txBody>
                    <a:bodyPr/>
                    <a:lstStyle/>
                    <a:p>
                      <a:r>
                        <a:rPr lang="en-US"/>
                        <a:t>CO</a:t>
                      </a:r>
                    </a:p>
                  </a:txBody>
                  <a:tcPr/>
                </a:tc>
                <a:tc>
                  <a:txBody>
                    <a:bodyPr/>
                    <a:lstStyle/>
                    <a:p>
                      <a:r>
                        <a:rPr lang="en-US"/>
                        <a:t>NO</a:t>
                      </a:r>
                    </a:p>
                  </a:txBody>
                  <a:tcPr/>
                </a:tc>
                <a:tc>
                  <a:txBody>
                    <a:bodyPr/>
                    <a:lstStyle/>
                    <a:p>
                      <a:r>
                        <a:rPr lang="en-US"/>
                        <a:t>5.20</a:t>
                      </a:r>
                    </a:p>
                  </a:txBody>
                  <a:tcPr/>
                </a:tc>
                <a:tc>
                  <a:txBody>
                    <a:bodyPr/>
                    <a:lstStyle/>
                    <a:p>
                      <a:r>
                        <a:rPr lang="en-US"/>
                        <a:t>(2.24,8.3)</a:t>
                      </a:r>
                    </a:p>
                  </a:txBody>
                  <a:tcPr/>
                </a:tc>
                <a:tc>
                  <a:txBody>
                    <a:bodyPr/>
                    <a:lstStyle/>
                    <a:p>
                      <a:r>
                        <a:rPr lang="en-US"/>
                        <a:t>6.54</a:t>
                      </a:r>
                    </a:p>
                  </a:txBody>
                  <a:tcPr/>
                </a:tc>
                <a:tc>
                  <a:txBody>
                    <a:bodyPr/>
                    <a:lstStyle/>
                    <a:p>
                      <a:r>
                        <a:rPr lang="en-US"/>
                        <a:t>(3.36,9.72)</a:t>
                      </a:r>
                    </a:p>
                  </a:txBody>
                  <a:tcPr/>
                </a:tc>
                <a:extLst>
                  <a:ext uri="{0D108BD9-81ED-4DB2-BD59-A6C34878D82A}">
                    <a16:rowId xmlns:a16="http://schemas.microsoft.com/office/drawing/2014/main" val="2515353361"/>
                  </a:ext>
                </a:extLst>
              </a:tr>
              <a:tr h="526555">
                <a:tc>
                  <a:txBody>
                    <a:bodyPr/>
                    <a:lstStyle/>
                    <a:p>
                      <a:r>
                        <a:rPr lang="en-US"/>
                        <a:t>MN</a:t>
                      </a:r>
                    </a:p>
                  </a:txBody>
                  <a:tcPr/>
                </a:tc>
                <a:tc>
                  <a:txBody>
                    <a:bodyPr/>
                    <a:lstStyle/>
                    <a:p>
                      <a:r>
                        <a:rPr lang="en-US"/>
                        <a:t>UK</a:t>
                      </a:r>
                    </a:p>
                  </a:txBody>
                  <a:tcPr/>
                </a:tc>
                <a:tc>
                  <a:txBody>
                    <a:bodyPr/>
                    <a:lstStyle/>
                    <a:p>
                      <a:r>
                        <a:rPr lang="en-US"/>
                        <a:t>4.78</a:t>
                      </a:r>
                    </a:p>
                  </a:txBody>
                  <a:tcPr/>
                </a:tc>
                <a:tc>
                  <a:txBody>
                    <a:bodyPr/>
                    <a:lstStyle/>
                    <a:p>
                      <a:r>
                        <a:rPr lang="en-US"/>
                        <a:t>(1.79,7.92)</a:t>
                      </a:r>
                    </a:p>
                  </a:txBody>
                  <a:tcPr/>
                </a:tc>
                <a:tc>
                  <a:txBody>
                    <a:bodyPr/>
                    <a:lstStyle/>
                    <a:p>
                      <a:r>
                        <a:rPr lang="en-US"/>
                        <a:t>6.79</a:t>
                      </a:r>
                    </a:p>
                  </a:txBody>
                  <a:tcPr/>
                </a:tc>
                <a:tc>
                  <a:txBody>
                    <a:bodyPr/>
                    <a:lstStyle/>
                    <a:p>
                      <a:r>
                        <a:rPr lang="en-US"/>
                        <a:t>(3.63,10.04)</a:t>
                      </a:r>
                    </a:p>
                  </a:txBody>
                  <a:tcPr/>
                </a:tc>
                <a:extLst>
                  <a:ext uri="{0D108BD9-81ED-4DB2-BD59-A6C34878D82A}">
                    <a16:rowId xmlns:a16="http://schemas.microsoft.com/office/drawing/2014/main" val="3841234079"/>
                  </a:ext>
                </a:extLst>
              </a:tr>
              <a:tr h="526555">
                <a:tc>
                  <a:txBody>
                    <a:bodyPr/>
                    <a:lstStyle/>
                    <a:p>
                      <a:r>
                        <a:rPr lang="en-US"/>
                        <a:t>NY</a:t>
                      </a:r>
                    </a:p>
                  </a:txBody>
                  <a:tcPr/>
                </a:tc>
                <a:tc>
                  <a:txBody>
                    <a:bodyPr/>
                    <a:lstStyle/>
                    <a:p>
                      <a:r>
                        <a:rPr lang="en-US"/>
                        <a:t>CH</a:t>
                      </a:r>
                    </a:p>
                  </a:txBody>
                  <a:tcPr/>
                </a:tc>
                <a:tc>
                  <a:txBody>
                    <a:bodyPr/>
                    <a:lstStyle/>
                    <a:p>
                      <a:r>
                        <a:rPr lang="en-US"/>
                        <a:t>5.18</a:t>
                      </a:r>
                    </a:p>
                  </a:txBody>
                  <a:tcPr/>
                </a:tc>
                <a:tc>
                  <a:txBody>
                    <a:bodyPr/>
                    <a:lstStyle/>
                    <a:p>
                      <a:r>
                        <a:rPr lang="en-US"/>
                        <a:t>(1.86,8.14)</a:t>
                      </a:r>
                    </a:p>
                  </a:txBody>
                  <a:tcPr/>
                </a:tc>
                <a:tc>
                  <a:txBody>
                    <a:bodyPr/>
                    <a:lstStyle/>
                    <a:p>
                      <a:r>
                        <a:rPr lang="en-US"/>
                        <a:t>6.52</a:t>
                      </a:r>
                    </a:p>
                  </a:txBody>
                  <a:tcPr/>
                </a:tc>
                <a:tc>
                  <a:txBody>
                    <a:bodyPr/>
                    <a:lstStyle/>
                    <a:p>
                      <a:r>
                        <a:rPr lang="en-US"/>
                        <a:t>(3.45,9.59)</a:t>
                      </a:r>
                    </a:p>
                  </a:txBody>
                  <a:tcPr/>
                </a:tc>
                <a:extLst>
                  <a:ext uri="{0D108BD9-81ED-4DB2-BD59-A6C34878D82A}">
                    <a16:rowId xmlns:a16="http://schemas.microsoft.com/office/drawing/2014/main" val="551614349"/>
                  </a:ext>
                </a:extLst>
              </a:tr>
            </a:tbl>
          </a:graphicData>
        </a:graphic>
      </p:graphicFrame>
      <p:sp>
        <p:nvSpPr>
          <p:cNvPr id="6" name="Title 4">
            <a:extLst>
              <a:ext uri="{FF2B5EF4-FFF2-40B4-BE49-F238E27FC236}">
                <a16:creationId xmlns:a16="http://schemas.microsoft.com/office/drawing/2014/main" id="{F3E5C97B-8726-E548-1B96-950A577CBEF5}"/>
              </a:ext>
            </a:extLst>
          </p:cNvPr>
          <p:cNvSpPr>
            <a:spLocks noGrp="1"/>
          </p:cNvSpPr>
          <p:nvPr>
            <p:ph type="title"/>
          </p:nvPr>
        </p:nvSpPr>
        <p:spPr>
          <a:xfrm>
            <a:off x="720000" y="334125"/>
            <a:ext cx="7704000" cy="372119"/>
          </a:xfrm>
        </p:spPr>
        <p:txBody>
          <a:bodyPr/>
          <a:lstStyle/>
          <a:p>
            <a:pPr algn="l"/>
            <a:r>
              <a:rPr lang="en-US" sz="1600"/>
              <a:t>Extrapolation</a:t>
            </a:r>
          </a:p>
        </p:txBody>
      </p:sp>
    </p:spTree>
    <p:extLst>
      <p:ext uri="{BB962C8B-B14F-4D97-AF65-F5344CB8AC3E}">
        <p14:creationId xmlns:p14="http://schemas.microsoft.com/office/powerpoint/2010/main" val="1588075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2239" name="Google Shape;2239;p44"/>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a:t>Questions?</a:t>
            </a:r>
            <a:endParaRPr lang="en-US" sz="2800" b="1"/>
          </a:p>
          <a:p>
            <a:pPr marL="0" lvl="0" indent="0" algn="ctr" rtl="0">
              <a:spcBef>
                <a:spcPts val="1000"/>
              </a:spcBef>
              <a:spcAft>
                <a:spcPts val="0"/>
              </a:spcAft>
              <a:buNone/>
            </a:pPr>
            <a:endParaRPr lang="en"/>
          </a:p>
        </p:txBody>
      </p:sp>
      <p:sp>
        <p:nvSpPr>
          <p:cNvPr id="2240" name="Google Shape;2240;p44"/>
          <p:cNvSpPr txBox="1"/>
          <p:nvPr/>
        </p:nvSpPr>
        <p:spPr>
          <a:xfrm>
            <a:off x="3083000" y="3727075"/>
            <a:ext cx="29781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rimo"/>
                <a:ea typeface="Arimo"/>
                <a:cs typeface="Arimo"/>
                <a:sym typeface="Arimo"/>
              </a:rPr>
              <a:t>Please keep this slide for attribution</a:t>
            </a:r>
            <a:endParaRPr sz="1000">
              <a:solidFill>
                <a:schemeClr val="dk1"/>
              </a:solidFill>
              <a:latin typeface="Arimo"/>
              <a:ea typeface="Arimo"/>
              <a:cs typeface="Arimo"/>
              <a:sym typeface="Arimo"/>
            </a:endParaRPr>
          </a:p>
        </p:txBody>
      </p:sp>
      <p:grpSp>
        <p:nvGrpSpPr>
          <p:cNvPr id="2241" name="Google Shape;2241;p44"/>
          <p:cNvGrpSpPr/>
          <p:nvPr/>
        </p:nvGrpSpPr>
        <p:grpSpPr>
          <a:xfrm>
            <a:off x="451187" y="-26175"/>
            <a:ext cx="1671525" cy="4544675"/>
            <a:chOff x="616750" y="-26175"/>
            <a:chExt cx="1671525" cy="4544675"/>
          </a:xfrm>
        </p:grpSpPr>
        <p:sp>
          <p:nvSpPr>
            <p:cNvPr id="2242" name="Google Shape;2242;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4"/>
          <p:cNvGrpSpPr/>
          <p:nvPr/>
        </p:nvGrpSpPr>
        <p:grpSpPr>
          <a:xfrm>
            <a:off x="7021287" y="-26175"/>
            <a:ext cx="1671525" cy="4544675"/>
            <a:chOff x="616750" y="-26175"/>
            <a:chExt cx="1671525" cy="4544675"/>
          </a:xfrm>
        </p:grpSpPr>
        <p:sp>
          <p:nvSpPr>
            <p:cNvPr id="2274" name="Google Shape;2274;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2030C-97EC-0DD2-6C36-723634E92E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29479A-48D8-CB25-4F8E-B8E2B08E8DC0}"/>
              </a:ext>
            </a:extLst>
          </p:cNvPr>
          <p:cNvSpPr>
            <a:spLocks noGrp="1"/>
          </p:cNvSpPr>
          <p:nvPr>
            <p:ph type="title"/>
          </p:nvPr>
        </p:nvSpPr>
        <p:spPr>
          <a:xfrm>
            <a:off x="720000" y="334125"/>
            <a:ext cx="7704000" cy="372119"/>
          </a:xfrm>
        </p:spPr>
        <p:txBody>
          <a:bodyPr/>
          <a:lstStyle/>
          <a:p>
            <a:pPr algn="l"/>
            <a:r>
              <a:rPr lang="en-US" sz="1600"/>
              <a:t>Sources</a:t>
            </a:r>
          </a:p>
        </p:txBody>
      </p:sp>
      <p:sp>
        <p:nvSpPr>
          <p:cNvPr id="6" name="Text Placeholder 5">
            <a:extLst>
              <a:ext uri="{FF2B5EF4-FFF2-40B4-BE49-F238E27FC236}">
                <a16:creationId xmlns:a16="http://schemas.microsoft.com/office/drawing/2014/main" id="{1222771C-7FEE-6302-16C1-AECA37350359}"/>
              </a:ext>
            </a:extLst>
          </p:cNvPr>
          <p:cNvSpPr>
            <a:spLocks noGrp="1"/>
          </p:cNvSpPr>
          <p:nvPr>
            <p:ph type="body" idx="1"/>
          </p:nvPr>
        </p:nvSpPr>
        <p:spPr>
          <a:xfrm>
            <a:off x="720000" y="706244"/>
            <a:ext cx="7704000" cy="3862631"/>
          </a:xfrm>
        </p:spPr>
        <p:txBody>
          <a:bodyPr numCol="1"/>
          <a:lstStyle/>
          <a:p>
            <a:pPr marL="114300" indent="-457200">
              <a:buNone/>
            </a:pPr>
            <a:r>
              <a:rPr lang="en-US"/>
              <a:t>“Breakeven Distances between Conventional Rail, High Speed Rail and Air Transportation.” The Spatial Organization of Transportation and Mobility, The Geography of Transport Systems, 18 Apr. 2024, transportgeography.org/contents/applications/high-speed-rail-systems/breakeven-distances-rail-air-transport/.</a:t>
            </a:r>
          </a:p>
          <a:p>
            <a:pPr marL="114300" indent="-457200">
              <a:buNone/>
            </a:pPr>
            <a:r>
              <a:rPr lang="en-US" i="1"/>
              <a:t>Bureau of Transportation Statistics</a:t>
            </a:r>
            <a:r>
              <a:rPr lang="en-US"/>
              <a:t>. United States Department of Transportation, bts.gov.</a:t>
            </a:r>
          </a:p>
          <a:p>
            <a:pPr marL="114300" indent="-457200">
              <a:buNone/>
            </a:pPr>
            <a:r>
              <a:rPr lang="en-US"/>
              <a:t>Eurostat. “Air emissions accounts by NACE Rev. 2 activity (env_ac_ainah_r2).” Eurostat, ec.europa.eu/</a:t>
            </a:r>
            <a:r>
              <a:rPr lang="en-US" err="1"/>
              <a:t>eurostat</a:t>
            </a:r>
            <a:r>
              <a:rPr lang="en-US"/>
              <a:t>/</a:t>
            </a:r>
            <a:r>
              <a:rPr lang="en-US" err="1"/>
              <a:t>databrowser</a:t>
            </a:r>
            <a:r>
              <a:rPr lang="en-US"/>
              <a:t>/view/env_ac_ainah_r2__custom_18136650/default/table.</a:t>
            </a:r>
          </a:p>
          <a:p>
            <a:pPr marL="114300" indent="-457200">
              <a:buNone/>
            </a:pPr>
            <a:r>
              <a:rPr lang="en-US"/>
              <a:t>Eurostat. “Database – Transport.” </a:t>
            </a:r>
            <a:r>
              <a:rPr lang="en-US" i="1"/>
              <a:t>Eurostat</a:t>
            </a:r>
            <a:r>
              <a:rPr lang="en-US"/>
              <a:t>, ec.europa.eu/</a:t>
            </a:r>
            <a:r>
              <a:rPr lang="en-US" err="1"/>
              <a:t>eurostat</a:t>
            </a:r>
            <a:r>
              <a:rPr lang="en-US"/>
              <a:t>/web/transport/database.</a:t>
            </a:r>
          </a:p>
          <a:p>
            <a:pPr marL="114300" indent="-457200">
              <a:buNone/>
            </a:pPr>
            <a:r>
              <a:rPr lang="en-US"/>
              <a:t>European Environment Agency. “Air quality statistics.” </a:t>
            </a:r>
            <a:r>
              <a:rPr lang="en-US" i="1"/>
              <a:t>European Environment Agency</a:t>
            </a:r>
            <a:r>
              <a:rPr lang="en-US"/>
              <a:t>, 31 Oct. 2025, eea.europa.eu/</a:t>
            </a:r>
            <a:r>
              <a:rPr lang="en-US" err="1"/>
              <a:t>en</a:t>
            </a:r>
            <a:r>
              <a:rPr lang="en-US"/>
              <a:t>/analysis/maps-and-charts/</a:t>
            </a:r>
            <a:r>
              <a:rPr lang="en-US" err="1"/>
              <a:t>air-quality-statistics-dashboards?activeTab</a:t>
            </a:r>
            <a:r>
              <a:rPr lang="en-US"/>
              <a:t>=570bee2d-1316-48cf-adde-4b640f92119b.</a:t>
            </a:r>
          </a:p>
          <a:p>
            <a:pPr marL="114300" indent="-457200">
              <a:buNone/>
            </a:pPr>
            <a:r>
              <a:rPr lang="en-US"/>
              <a:t>U.S. Census Bureau. “Annual Estimates of the Resident Population for the United States, Regions, States, District of Columbia, and Puerto Rico: April 1, 2020 to July 1, 2024 (NST-EST2024-POP).” State Population Totals: 2020-2024, www2.census.gov/programs-surveys/popest/tables/2020-2024/state/totals/NST-EST2024-POP.xlsx.</a:t>
            </a:r>
          </a:p>
          <a:p>
            <a:pPr marL="114300" indent="-457200">
              <a:buNone/>
            </a:pPr>
            <a:r>
              <a:rPr lang="en-US"/>
              <a:t>Eurostat. “Railway transport.” </a:t>
            </a:r>
            <a:r>
              <a:rPr lang="en-US" i="1"/>
              <a:t>Eurostat</a:t>
            </a:r>
            <a:r>
              <a:rPr lang="en-US"/>
              <a:t>, ec.europa.eu/</a:t>
            </a:r>
            <a:r>
              <a:rPr lang="en-US" err="1"/>
              <a:t>eurostat</a:t>
            </a:r>
            <a:r>
              <a:rPr lang="en-US"/>
              <a:t>/web/transport/information-data/railway-transport.</a:t>
            </a:r>
          </a:p>
          <a:p>
            <a:pPr marL="114300" indent="-457200">
              <a:buNone/>
            </a:pPr>
            <a:r>
              <a:rPr lang="en-US"/>
              <a:t>World Bank. “Land area (sq. km) (AG.LND.TOTL.K2).” World Development Indicators, databank.worldbank.org/</a:t>
            </a:r>
            <a:r>
              <a:rPr lang="en-US" err="1"/>
              <a:t>reports.aspx?source</a:t>
            </a:r>
            <a:r>
              <a:rPr lang="en-US"/>
              <a:t>=2&amp;series=AG.LND.TOTL.K2&amp;country=EUU.</a:t>
            </a:r>
          </a:p>
        </p:txBody>
      </p:sp>
      <p:sp>
        <p:nvSpPr>
          <p:cNvPr id="7" name="AutoShape 8">
            <a:extLst>
              <a:ext uri="{FF2B5EF4-FFF2-40B4-BE49-F238E27FC236}">
                <a16:creationId xmlns:a16="http://schemas.microsoft.com/office/drawing/2014/main" id="{312CF5A1-1CC7-0B9E-8870-2F2570FF7909}"/>
              </a:ext>
            </a:extLst>
          </p:cNvPr>
          <p:cNvSpPr>
            <a:spLocks noChangeAspect="1" noChangeArrowheads="1"/>
          </p:cNvSpPr>
          <p:nvPr/>
        </p:nvSpPr>
        <p:spPr bwMode="auto">
          <a:xfrm>
            <a:off x="4419600" y="717550"/>
            <a:ext cx="2006600" cy="2006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a:extLst>
              <a:ext uri="{FF2B5EF4-FFF2-40B4-BE49-F238E27FC236}">
                <a16:creationId xmlns:a16="http://schemas.microsoft.com/office/drawing/2014/main" id="{99EAF631-6681-7215-26AD-E84EFA0CC79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a:extLst>
              <a:ext uri="{FF2B5EF4-FFF2-40B4-BE49-F238E27FC236}">
                <a16:creationId xmlns:a16="http://schemas.microsoft.com/office/drawing/2014/main" id="{F039DCE3-F889-F0F5-3B6E-1FFFFBF894E4}"/>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extLst>
              <a:ext uri="{FF2B5EF4-FFF2-40B4-BE49-F238E27FC236}">
                <a16:creationId xmlns:a16="http://schemas.microsoft.com/office/drawing/2014/main" id="{A835B75C-CD93-5720-F79A-F48BFFA36EF2}"/>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8">
            <a:extLst>
              <a:ext uri="{FF2B5EF4-FFF2-40B4-BE49-F238E27FC236}">
                <a16:creationId xmlns:a16="http://schemas.microsoft.com/office/drawing/2014/main" id="{F6353DEE-4CEA-D434-686C-84A575A24ED3}"/>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13093957"/>
      </p:ext>
    </p:extLst>
  </p:cSld>
  <p:clrMapOvr>
    <a:masterClrMapping/>
  </p:clrMapOvr>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32</Slides>
  <Notes>24</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Trains and Railroads Minitheme by Slidesgo</vt:lpstr>
      <vt:lpstr>Planes, Trains, and Automobiles</vt:lpstr>
      <vt:lpstr>Motivation and Introducing the Data</vt:lpstr>
      <vt:lpstr>Motivation and Introducing the Data</vt:lpstr>
      <vt:lpstr>Travel Time</vt:lpstr>
      <vt:lpstr>PowerPoint Presentation</vt:lpstr>
      <vt:lpstr>Paired T-testing</vt:lpstr>
      <vt:lpstr>Modeling</vt:lpstr>
      <vt:lpstr>Extrapolation</vt:lpstr>
      <vt:lpstr>Emissions</vt:lpstr>
      <vt:lpstr>Emissions: Initial Considerations and EDA</vt:lpstr>
      <vt:lpstr>Emissions: Initial Considerations and EDA</vt:lpstr>
      <vt:lpstr>Emissions: Initial Considerations and EDA</vt:lpstr>
      <vt:lpstr>Emissions: Modeling</vt:lpstr>
      <vt:lpstr>Emissions: Modeling</vt:lpstr>
      <vt:lpstr>Emissions: Modeling</vt:lpstr>
      <vt:lpstr>Emissions: Modeling</vt:lpstr>
      <vt:lpstr>Emissions: Modeling</vt:lpstr>
      <vt:lpstr>Emissions: Modeling</vt:lpstr>
      <vt:lpstr>Emissions: Extrapolation</vt:lpstr>
      <vt:lpstr>Emissions: Extrapolation</vt:lpstr>
      <vt:lpstr>Safety</vt:lpstr>
      <vt:lpstr>PowerPoint Presentation</vt:lpstr>
      <vt:lpstr>PowerPoint Presentation</vt:lpstr>
      <vt:lpstr>Hypothesis Testing</vt:lpstr>
      <vt:lpstr>Modeling: EDA</vt:lpstr>
      <vt:lpstr>Modeling: EDA</vt:lpstr>
      <vt:lpstr>Modeling: Linear by Year</vt:lpstr>
      <vt:lpstr>Modeling: Mixed Effects</vt:lpstr>
      <vt:lpstr>Modeling: Mixed Effects GoF</vt:lpstr>
      <vt:lpstr>Extrapolation</vt:lpstr>
      <vt:lpstr>Thanks!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2025-12-10T21:27:45Z</dcterms:modified>
</cp:coreProperties>
</file>